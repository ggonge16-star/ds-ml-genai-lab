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Booking origin</c:v>
                  </c:pt>
                  <c:pt idx="1">
                    <c:v>Sales channel: Mobile</c:v>
                  </c:pt>
                  <c:pt idx="2">
                    <c:v>Wants extra baggage</c:v>
                  </c:pt>
                  <c:pt idx="3">
                    <c:v>Route</c:v>
                  </c:pt>
                  <c:pt idx="4">
                    <c:v>Flight duration</c:v>
                  </c:pt>
                  <c:pt idx="5">
                    <c:v>Round trip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0.213</c:v>
                </c:pt>
                <c:pt idx="1">
                  <c:v>0.067</c:v>
                </c:pt>
                <c:pt idx="2">
                  <c:v>0.058</c:v>
                </c:pt>
                <c:pt idx="3">
                  <c:v>0.052</c:v>
                </c:pt>
                <c:pt idx="4">
                  <c:v>0.048</c:v>
                </c:pt>
                <c:pt idx="5">
                  <c:v>0.047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Buying Behaviour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 Prediction Model  |  Data Science Task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09760" y="320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206240" cy="507492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will complete a flight booking, so the business can proactively target likely buyers before they reach the airport.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292608" cy="292608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data: fixed skew (log transform) and capped outliers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538728"/>
            <a:ext cx="292608" cy="292608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5 new features (extras count, weekend flag, hour bucket, trip type, lead time)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05656"/>
            <a:ext cx="292608" cy="292608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5 models with cross-validation (KNN, RF, Decision Tree, Gradient Boosting, XGBoost)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672584"/>
            <a:ext cx="292608" cy="292608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6268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with scale_pos_weight to handle 85/15 class imbalance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5239512"/>
            <a:ext cx="292608" cy="292608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193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 held-out test set and checked for overfitting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234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A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984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92040" y="1847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(test)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1234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A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2984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23760" y="1847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(buyers caught)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55480" y="1234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A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12984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555480" y="1847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51460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 of Booking Completion (XGBoost)</a:t>
            </a:r>
            <a:endParaRPr lang="en-US" sz="14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892040" y="2834640"/>
          <a:ext cx="6812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4892040" y="5349240"/>
            <a:ext cx="6812280" cy="960120"/>
          </a:xfrm>
          <a:prstGeom prst="roundRect">
            <a:avLst>
              <a:gd name="adj" fmla="val 7619"/>
            </a:avLst>
          </a:prstGeom>
          <a:solidFill>
            <a:srgbClr val="FDEDEF"/>
          </a:solidFill>
          <a:ln/>
        </p:spPr>
      </p:sp>
      <p:sp>
        <p:nvSpPr>
          <p:cNvPr id="36" name="Text 33"/>
          <p:cNvSpPr/>
          <p:nvPr/>
        </p:nvSpPr>
        <p:spPr>
          <a:xfrm>
            <a:off x="5120640" y="5468112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 and mobile channel usage are the strongest signals of intent to buy. Prioritise proactive offers for customers from high-conversion origins and mobile users, and explore adding pricing/behavioural data to further improve accuracy.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Booking Prediction - British Airways</dc:title>
  <dc:subject>PptxGenJS Presentation</dc:subject>
  <dc:creator>Data Science Intern</dc:creator>
  <cp:lastModifiedBy>Data Science Intern</cp:lastModifiedBy>
  <cp:revision>1</cp:revision>
  <dcterms:created xsi:type="dcterms:W3CDTF">2026-07-08T23:31:47Z</dcterms:created>
  <dcterms:modified xsi:type="dcterms:W3CDTF">2026-07-08T23:31:47Z</dcterms:modified>
</cp:coreProperties>
</file>