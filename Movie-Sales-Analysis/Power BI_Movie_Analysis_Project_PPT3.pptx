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2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0" d="100"/>
          <a:sy n="70" d="100"/>
        </p:scale>
        <p:origin x="66" y="7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 /><Relationship Id="rId22" Type="http://schemas.openxmlformats.org/officeDocument/2006/relationships/tableStyles" Target="tableStyles.xml" /><Relationship Id="rId2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Pr shadeToTitle="0">
        <a:solidFill>
          <a:schemeClr val="lt1"/>
        </a:solidFill>
      </p:bgPr>
    </p:bg>
    <p:spTree>
      <p:nvGrpSpPr>
        <p:cNvPr id="1" name=""/>
        <p:cNvGrpSpPr/>
        <p:nvPr/>
      </p:nvGrpSpPr>
      <p:grpSpPr bwMode="auto">
        <a:xfrm>
          <a:off x="0" y="0"/>
          <a:ext cx="0" cy="0"/>
          <a:chOff x="0" y="0"/>
          <a:chExt cx="0" cy="0"/>
        </a:xfrm>
      </p:grpSpPr>
      <p:sp>
        <p:nvSpPr>
          <p:cNvPr id="1681664654" name="Google Shape;3;n"/>
          <p:cNvSpPr txBox="1">
            <a:spLocks noGrp="1"/>
          </p:cNvSpPr>
          <p:nvPr>
            <p:ph type="hdr" idx="2"/>
          </p:nvPr>
        </p:nvSpPr>
        <p:spPr bwMode="auto">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pPr>
              <a:defRPr/>
            </a:pPr>
            <a:endParaRPr/>
          </a:p>
        </p:txBody>
      </p:sp>
      <p:sp>
        <p:nvSpPr>
          <p:cNvPr id="2102974733" name="Google Shape;4;n"/>
          <p:cNvSpPr txBox="1">
            <a:spLocks noGrp="1"/>
          </p:cNvSpPr>
          <p:nvPr>
            <p:ph type="dt" idx="10"/>
          </p:nvPr>
        </p:nvSpPr>
        <p:spPr bwMode="auto">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pPr>
              <a:defRPr/>
            </a:pPr>
            <a:endParaRPr/>
          </a:p>
        </p:txBody>
      </p:sp>
      <p:sp>
        <p:nvSpPr>
          <p:cNvPr id="390900341" name="Google Shape;5;n"/>
          <p:cNvSpPr>
            <a:spLocks noChangeAspect="1" noGrp="1" noRot="1"/>
          </p:cNvSpPr>
          <p:nvPr>
            <p:ph type="sldImg" idx="3"/>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792530" name="Google Shape;6;n"/>
          <p:cNvSpPr txBox="1">
            <a:spLocks noGrp="1"/>
          </p:cNvSpPr>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9pPr>
          </a:lstStyle>
          <a:p>
            <a:pPr>
              <a:defRPr/>
            </a:pPr>
            <a:endParaRPr/>
          </a:p>
        </p:txBody>
      </p:sp>
      <p:sp>
        <p:nvSpPr>
          <p:cNvPr id="1578876220" name="Google Shape;7;n"/>
          <p:cNvSpPr txBox="1">
            <a:spLocks noGrp="1"/>
          </p:cNvSpPr>
          <p:nvPr>
            <p:ph type="ftr" idx="11"/>
          </p:nvPr>
        </p:nvSpPr>
        <p:spPr bwMode="auto">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pPr>
              <a:defRPr/>
            </a:pPr>
            <a:endParaRPr/>
          </a:p>
        </p:txBody>
      </p:sp>
      <p:sp>
        <p:nvSpPr>
          <p:cNvPr id="234614272" name="Google Shape;8;n"/>
          <p:cNvSpPr txBox="1">
            <a:spLocks noGrp="1"/>
          </p:cNvSpPr>
          <p:nvPr>
            <p:ph type="sldNum" idx="12"/>
          </p:nvPr>
        </p:nvSpPr>
        <p:spPr bwMode="auto">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defRPr/>
            </a:pPr>
            <a:fld id="{00000000-1234-1234-1234-123412341234}" type="slidenum">
              <a:rPr lang="en-IN" sz="1200" b="0" i="0" u="none" strike="noStrike" cap="none">
                <a:solidFill>
                  <a:schemeClr val="dk1"/>
                </a:solidFill>
                <a:latin typeface="Calibri"/>
                <a:ea typeface="Calibri"/>
                <a:cs typeface="Calibri"/>
              </a:rPr>
              <a:t>‹#›</a:t>
            </a:fld>
            <a:endParaRPr sz="1200" b="0" i="0" u="none" strike="noStrike" cap="none">
              <a:solidFill>
                <a:schemeClr val="dk1"/>
              </a:solidFill>
              <a:latin typeface="Calibri"/>
              <a:ea typeface="Calibri"/>
              <a:cs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56839889" name="Google Shape;95;p1:notes"/>
          <p:cNvSpPr txBox="1">
            <a:spLocks noGrp="1"/>
          </p:cNvSpPr>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defRPr/>
            </a:pPr>
            <a:endParaRPr/>
          </a:p>
        </p:txBody>
      </p:sp>
      <p:sp>
        <p:nvSpPr>
          <p:cNvPr id="1737989397" name="Google Shape;96;p1:notes"/>
          <p:cNvSpPr>
            <a:spLocks noChangeAspect="1" noGrp="1" noRot="1"/>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07030452" name="Google Shape;101;p3:notes"/>
          <p:cNvSpPr txBox="1">
            <a:spLocks noGrp="1"/>
          </p:cNvSpPr>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845146011" name="Google Shape;102;p3:notes"/>
          <p:cNvSpPr>
            <a:spLocks noChangeAspect="1" noGrp="1" noRot="1"/>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7031658" name="Slide Image Placeholder 1"/>
          <p:cNvSpPr>
            <a:spLocks noChangeAspect="1" noGrp="1" noRot="1"/>
          </p:cNvSpPr>
          <p:nvPr>
            <p:ph type="sldImg"/>
          </p:nvPr>
        </p:nvSpPr>
        <p:spPr bwMode="auto"/>
      </p:sp>
      <p:sp>
        <p:nvSpPr>
          <p:cNvPr id="2125434921" name="Notes Placeholder 2"/>
          <p:cNvSpPr>
            <a:spLocks noGrp="1"/>
          </p:cNvSpPr>
          <p:nvPr>
            <p:ph type="body" idx="1"/>
          </p:nvPr>
        </p:nvSpPr>
        <p:spPr bwMode="auto"/>
        <p:txBody>
          <a:bodyPr/>
          <a:lstStyle/>
          <a:p>
            <a:pPr>
              <a:defRPr/>
            </a:pPr>
            <a:endParaRPr/>
          </a:p>
        </p:txBody>
      </p:sp>
      <p:sp>
        <p:nvSpPr>
          <p:cNvPr id="372306437" name="Slide Number Placeholder 3"/>
          <p:cNvSpPr>
            <a:spLocks noGrp="1"/>
          </p:cNvSpPr>
          <p:nvPr>
            <p:ph type="sldNum" sz="quarter" idx="10"/>
          </p:nvPr>
        </p:nvSpPr>
        <p:spPr bwMode="auto"/>
        <p:txBody>
          <a:bodyPr/>
          <a:lstStyle/>
          <a:p>
            <a:pPr>
              <a:defRPr/>
            </a:pPr>
            <a:fld id="{4D25BE00-86FF-C350-8086-3A2FE0F55DEE}"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8885937" name="Slide Image Placeholder 1"/>
          <p:cNvSpPr>
            <a:spLocks noChangeAspect="1" noGrp="1" noRot="1"/>
          </p:cNvSpPr>
          <p:nvPr>
            <p:ph type="sldImg"/>
          </p:nvPr>
        </p:nvSpPr>
        <p:spPr bwMode="auto"/>
      </p:sp>
      <p:sp>
        <p:nvSpPr>
          <p:cNvPr id="481404184" name="Notes Placeholder 2"/>
          <p:cNvSpPr>
            <a:spLocks noGrp="1"/>
          </p:cNvSpPr>
          <p:nvPr>
            <p:ph type="body" idx="1"/>
          </p:nvPr>
        </p:nvSpPr>
        <p:spPr bwMode="auto"/>
        <p:txBody>
          <a:bodyPr/>
          <a:lstStyle/>
          <a:p>
            <a:pPr>
              <a:defRPr/>
            </a:pPr>
            <a:endParaRPr lang="en-IN"/>
          </a:p>
        </p:txBody>
      </p:sp>
      <p:sp>
        <p:nvSpPr>
          <p:cNvPr id="381007635" name="Slide Number Placeholder 3"/>
          <p:cNvSpPr>
            <a:spLocks noGrp="1"/>
          </p:cNvSpPr>
          <p:nvPr>
            <p:ph type="sldNum" idx="10"/>
          </p:nvPr>
        </p:nvSpPr>
        <p:spPr bwMode="auto"/>
        <p:txBody>
          <a:bodyPr/>
          <a:lstStyle/>
          <a:p>
            <a:pPr marL="0" marR="0" lvl="0" indent="0" algn="r" rtl="0">
              <a:lnSpc>
                <a:spcPct val="100000"/>
              </a:lnSpc>
              <a:spcBef>
                <a:spcPts val="0"/>
              </a:spcBef>
              <a:spcAft>
                <a:spcPts val="0"/>
              </a:spcAft>
              <a:buClr>
                <a:srgbClr val="000000"/>
              </a:buClr>
              <a:buSzPts val="1200"/>
              <a:buFont typeface="Arial"/>
              <a:buNone/>
              <a:defRPr/>
            </a:pPr>
            <a:fld id="{00000000-1234-1234-1234-123412341234}" type="slidenum">
              <a:rPr lang="en-IN" sz="1200" b="0" i="0" u="none" strike="noStrike" cap="none">
                <a:solidFill>
                  <a:schemeClr val="dk1"/>
                </a:solidFill>
                <a:latin typeface="Calibri"/>
                <a:ea typeface="Calibri"/>
                <a:cs typeface="Calibri"/>
              </a:rPr>
              <a:t>4</a:t>
            </a:fld>
            <a:endParaRPr lang="en-IN" sz="1200" b="0" i="0" u="none" strike="noStrike" cap="none">
              <a:solidFill>
                <a:schemeClr val="dk1"/>
              </a:solidFill>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3903758" name="Slide Image Placeholder 1"/>
          <p:cNvSpPr>
            <a:spLocks noChangeAspect="1" noGrp="1" noRot="1"/>
          </p:cNvSpPr>
          <p:nvPr>
            <p:ph type="sldImg"/>
          </p:nvPr>
        </p:nvSpPr>
        <p:spPr bwMode="auto"/>
      </p:sp>
      <p:sp>
        <p:nvSpPr>
          <p:cNvPr id="1208420279" name="Notes Placeholder 2"/>
          <p:cNvSpPr>
            <a:spLocks noGrp="1"/>
          </p:cNvSpPr>
          <p:nvPr>
            <p:ph type="body" idx="1"/>
          </p:nvPr>
        </p:nvSpPr>
        <p:spPr bwMode="auto"/>
        <p:txBody>
          <a:bodyPr/>
          <a:lstStyle/>
          <a:p>
            <a:pPr>
              <a:defRPr/>
            </a:pPr>
            <a:endParaRPr/>
          </a:p>
        </p:txBody>
      </p:sp>
      <p:sp>
        <p:nvSpPr>
          <p:cNvPr id="374262065" name="Slide Number Placeholder 3"/>
          <p:cNvSpPr>
            <a:spLocks noGrp="1"/>
          </p:cNvSpPr>
          <p:nvPr>
            <p:ph type="sldNum" sz="quarter" idx="10"/>
          </p:nvPr>
        </p:nvSpPr>
        <p:spPr bwMode="auto"/>
        <p:txBody>
          <a:bodyPr/>
          <a:lstStyle/>
          <a:p>
            <a:pPr>
              <a:defRPr/>
            </a:pPr>
            <a:fld id="{257AA53D-7A65-3F8E-DD64-04BBED72F9F3}"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048066" name="Slide Image Placeholder 1"/>
          <p:cNvSpPr>
            <a:spLocks noChangeAspect="1" noGrp="1" noRot="1"/>
          </p:cNvSpPr>
          <p:nvPr>
            <p:ph type="sldImg"/>
          </p:nvPr>
        </p:nvSpPr>
        <p:spPr bwMode="auto"/>
      </p:sp>
      <p:sp>
        <p:nvSpPr>
          <p:cNvPr id="1024316782" name="Notes Placeholder 2"/>
          <p:cNvSpPr>
            <a:spLocks noGrp="1"/>
          </p:cNvSpPr>
          <p:nvPr>
            <p:ph type="body" idx="1"/>
          </p:nvPr>
        </p:nvSpPr>
        <p:spPr bwMode="auto"/>
        <p:txBody>
          <a:bodyPr/>
          <a:lstStyle/>
          <a:p>
            <a:pPr>
              <a:defRPr/>
            </a:pPr>
            <a:endParaRPr/>
          </a:p>
        </p:txBody>
      </p:sp>
      <p:sp>
        <p:nvSpPr>
          <p:cNvPr id="244570210" name="Slide Number Placeholder 3"/>
          <p:cNvSpPr>
            <a:spLocks noGrp="1"/>
          </p:cNvSpPr>
          <p:nvPr>
            <p:ph type="sldNum" sz="quarter" idx="10"/>
          </p:nvPr>
        </p:nvSpPr>
        <p:spPr bwMode="auto"/>
        <p:txBody>
          <a:bodyPr/>
          <a:lstStyle/>
          <a:p>
            <a:pPr>
              <a:defRPr/>
            </a:pPr>
            <a:fld id="{EAFB6355-8F71-0DC7-3EA6-F683D9E56EAE}"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36504" name="Slide Image Placeholder 1"/>
          <p:cNvSpPr>
            <a:spLocks noChangeAspect="1" noGrp="1" noRot="1"/>
          </p:cNvSpPr>
          <p:nvPr>
            <p:ph type="sldImg"/>
          </p:nvPr>
        </p:nvSpPr>
        <p:spPr bwMode="auto"/>
      </p:sp>
      <p:sp>
        <p:nvSpPr>
          <p:cNvPr id="724169340" name="Notes Placeholder 2"/>
          <p:cNvSpPr>
            <a:spLocks noGrp="1"/>
          </p:cNvSpPr>
          <p:nvPr>
            <p:ph type="body" idx="1"/>
          </p:nvPr>
        </p:nvSpPr>
        <p:spPr bwMode="auto"/>
        <p:txBody>
          <a:bodyPr/>
          <a:lstStyle/>
          <a:p>
            <a:pPr>
              <a:defRPr/>
            </a:pPr>
            <a:endParaRPr/>
          </a:p>
        </p:txBody>
      </p:sp>
      <p:sp>
        <p:nvSpPr>
          <p:cNvPr id="40855447" name="Slide Number Placeholder 3"/>
          <p:cNvSpPr>
            <a:spLocks noGrp="1"/>
          </p:cNvSpPr>
          <p:nvPr>
            <p:ph type="sldNum" sz="quarter" idx="10"/>
          </p:nvPr>
        </p:nvSpPr>
        <p:spPr bwMode="auto"/>
        <p:txBody>
          <a:bodyPr/>
          <a:lstStyle/>
          <a:p>
            <a:pPr>
              <a:defRPr/>
            </a:pPr>
            <a:fld id="{8D420777-9255-BA51-088A-88CA16285591}"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1746759" name="Slide Image Placeholder 1"/>
          <p:cNvSpPr>
            <a:spLocks noChangeAspect="1" noGrp="1" noRot="1"/>
          </p:cNvSpPr>
          <p:nvPr>
            <p:ph type="sldImg"/>
          </p:nvPr>
        </p:nvSpPr>
        <p:spPr bwMode="auto"/>
      </p:sp>
      <p:sp>
        <p:nvSpPr>
          <p:cNvPr id="327622818" name="Notes Placeholder 2"/>
          <p:cNvSpPr>
            <a:spLocks noGrp="1"/>
          </p:cNvSpPr>
          <p:nvPr>
            <p:ph type="body" idx="1"/>
          </p:nvPr>
        </p:nvSpPr>
        <p:spPr bwMode="auto"/>
        <p:txBody>
          <a:bodyPr/>
          <a:lstStyle/>
          <a:p>
            <a:pPr>
              <a:defRPr/>
            </a:pPr>
            <a:endParaRPr/>
          </a:p>
        </p:txBody>
      </p:sp>
      <p:sp>
        <p:nvSpPr>
          <p:cNvPr id="1809136064" name="Slide Number Placeholder 3"/>
          <p:cNvSpPr>
            <a:spLocks noGrp="1"/>
          </p:cNvSpPr>
          <p:nvPr>
            <p:ph type="sldNum" sz="quarter" idx="10"/>
          </p:nvPr>
        </p:nvSpPr>
        <p:spPr bwMode="auto"/>
        <p:txBody>
          <a:bodyPr/>
          <a:lstStyle/>
          <a:p>
            <a:pPr>
              <a:defRPr/>
            </a:pPr>
            <a:fld id="{203A5B24-FCAD-8A4A-5265-99DA2A020503}"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72082455" name="Slide Image Placeholder 1"/>
          <p:cNvSpPr>
            <a:spLocks noChangeAspect="1" noGrp="1" noRot="1"/>
          </p:cNvSpPr>
          <p:nvPr>
            <p:ph type="sldImg"/>
          </p:nvPr>
        </p:nvSpPr>
        <p:spPr bwMode="auto"/>
      </p:sp>
      <p:sp>
        <p:nvSpPr>
          <p:cNvPr id="1546200484" name="Notes Placeholder 2"/>
          <p:cNvSpPr>
            <a:spLocks noGrp="1"/>
          </p:cNvSpPr>
          <p:nvPr>
            <p:ph type="body" idx="1"/>
          </p:nvPr>
        </p:nvSpPr>
        <p:spPr bwMode="auto"/>
        <p:txBody>
          <a:bodyPr/>
          <a:lstStyle/>
          <a:p>
            <a:pPr>
              <a:defRPr/>
            </a:pPr>
            <a:endParaRPr/>
          </a:p>
        </p:txBody>
      </p:sp>
      <p:sp>
        <p:nvSpPr>
          <p:cNvPr id="721729946" name="Slide Number Placeholder 3"/>
          <p:cNvSpPr>
            <a:spLocks noGrp="1"/>
          </p:cNvSpPr>
          <p:nvPr>
            <p:ph type="sldNum" sz="quarter" idx="10"/>
          </p:nvPr>
        </p:nvSpPr>
        <p:spPr bwMode="auto"/>
        <p:txBody>
          <a:bodyPr/>
          <a:lstStyle/>
          <a:p>
            <a:pPr>
              <a:defRPr/>
            </a:pPr>
            <a:fld id="{F56DC6DB-968D-8018-E849-92D35A9D9C2C}"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3345118" name="Slide Image Placeholder 1"/>
          <p:cNvSpPr>
            <a:spLocks noChangeAspect="1" noGrp="1" noRot="1"/>
          </p:cNvSpPr>
          <p:nvPr>
            <p:ph type="sldImg"/>
          </p:nvPr>
        </p:nvSpPr>
        <p:spPr bwMode="auto"/>
      </p:sp>
      <p:sp>
        <p:nvSpPr>
          <p:cNvPr id="775417052" name="Notes Placeholder 2"/>
          <p:cNvSpPr>
            <a:spLocks noGrp="1"/>
          </p:cNvSpPr>
          <p:nvPr>
            <p:ph type="body" idx="1"/>
          </p:nvPr>
        </p:nvSpPr>
        <p:spPr bwMode="auto"/>
        <p:txBody>
          <a:bodyPr/>
          <a:lstStyle/>
          <a:p>
            <a:pPr>
              <a:defRPr/>
            </a:pPr>
            <a:endParaRPr/>
          </a:p>
        </p:txBody>
      </p:sp>
      <p:sp>
        <p:nvSpPr>
          <p:cNvPr id="421128321" name="Slide Number Placeholder 3"/>
          <p:cNvSpPr>
            <a:spLocks noGrp="1"/>
          </p:cNvSpPr>
          <p:nvPr>
            <p:ph type="sldNum" sz="quarter" idx="10"/>
          </p:nvPr>
        </p:nvSpPr>
        <p:spPr bwMode="auto"/>
        <p:txBody>
          <a:bodyPr/>
          <a:lstStyle/>
          <a:p>
            <a:pPr>
              <a:defRPr/>
            </a:pPr>
            <a:fld id="{795D5F09-8D4D-1DA1-58A6-2A2B7A0D01A5}"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793462" name="Slide Image Placeholder 1"/>
          <p:cNvSpPr>
            <a:spLocks noChangeAspect="1" noGrp="1" noRot="1"/>
          </p:cNvSpPr>
          <p:nvPr>
            <p:ph type="sldImg"/>
          </p:nvPr>
        </p:nvSpPr>
        <p:spPr bwMode="auto"/>
      </p:sp>
      <p:sp>
        <p:nvSpPr>
          <p:cNvPr id="484280134" name="Notes Placeholder 2"/>
          <p:cNvSpPr>
            <a:spLocks noGrp="1"/>
          </p:cNvSpPr>
          <p:nvPr>
            <p:ph type="body" idx="1"/>
          </p:nvPr>
        </p:nvSpPr>
        <p:spPr bwMode="auto"/>
        <p:txBody>
          <a:bodyPr/>
          <a:lstStyle/>
          <a:p>
            <a:pPr>
              <a:defRPr/>
            </a:pPr>
            <a:endParaRPr/>
          </a:p>
        </p:txBody>
      </p:sp>
      <p:sp>
        <p:nvSpPr>
          <p:cNvPr id="1600715708" name="Slide Number Placeholder 3"/>
          <p:cNvSpPr>
            <a:spLocks noGrp="1"/>
          </p:cNvSpPr>
          <p:nvPr>
            <p:ph type="sldNum" sz="quarter" idx="10"/>
          </p:nvPr>
        </p:nvSpPr>
        <p:spPr bwMode="auto"/>
        <p:txBody>
          <a:bodyPr/>
          <a:lstStyle/>
          <a:p>
            <a:pPr>
              <a:defRPr/>
            </a:pPr>
            <a:fld id="{C19FFEE9-6477-7B9F-CCD9-344202ACC837}"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3687624" name="Slide Image Placeholder 1"/>
          <p:cNvSpPr>
            <a:spLocks noChangeAspect="1" noGrp="1" noRot="1"/>
          </p:cNvSpPr>
          <p:nvPr>
            <p:ph type="sldImg"/>
          </p:nvPr>
        </p:nvSpPr>
        <p:spPr bwMode="auto"/>
      </p:sp>
      <p:sp>
        <p:nvSpPr>
          <p:cNvPr id="1831214334" name="Notes Placeholder 2"/>
          <p:cNvSpPr>
            <a:spLocks noGrp="1"/>
          </p:cNvSpPr>
          <p:nvPr>
            <p:ph type="body" idx="1"/>
          </p:nvPr>
        </p:nvSpPr>
        <p:spPr bwMode="auto"/>
        <p:txBody>
          <a:bodyPr/>
          <a:lstStyle/>
          <a:p>
            <a:pPr>
              <a:defRPr/>
            </a:pPr>
            <a:endParaRPr/>
          </a:p>
        </p:txBody>
      </p:sp>
      <p:sp>
        <p:nvSpPr>
          <p:cNvPr id="1991692626" name="Slide Number Placeholder 3"/>
          <p:cNvSpPr>
            <a:spLocks noGrp="1"/>
          </p:cNvSpPr>
          <p:nvPr>
            <p:ph type="sldNum" sz="quarter" idx="10"/>
          </p:nvPr>
        </p:nvSpPr>
        <p:spPr bwMode="auto"/>
        <p:txBody>
          <a:bodyPr/>
          <a:lstStyle/>
          <a:p>
            <a:pPr>
              <a:defRPr/>
            </a:pPr>
            <a:fld id="{1ABC1DDD-6D54-3D9F-8168-B247AE667846}"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9478927" name="Slide Image Placeholder 1"/>
          <p:cNvSpPr>
            <a:spLocks noChangeAspect="1" noGrp="1" noRot="1"/>
          </p:cNvSpPr>
          <p:nvPr>
            <p:ph type="sldImg"/>
          </p:nvPr>
        </p:nvSpPr>
        <p:spPr bwMode="auto"/>
      </p:sp>
      <p:sp>
        <p:nvSpPr>
          <p:cNvPr id="1398876607" name="Notes Placeholder 2"/>
          <p:cNvSpPr>
            <a:spLocks noGrp="1"/>
          </p:cNvSpPr>
          <p:nvPr>
            <p:ph type="body" idx="1"/>
          </p:nvPr>
        </p:nvSpPr>
        <p:spPr bwMode="auto"/>
        <p:txBody>
          <a:bodyPr/>
          <a:lstStyle/>
          <a:p>
            <a:pPr>
              <a:defRPr/>
            </a:pPr>
            <a:endParaRPr/>
          </a:p>
        </p:txBody>
      </p:sp>
      <p:sp>
        <p:nvSpPr>
          <p:cNvPr id="1730947678" name="Slide Number Placeholder 3"/>
          <p:cNvSpPr>
            <a:spLocks noGrp="1"/>
          </p:cNvSpPr>
          <p:nvPr>
            <p:ph type="sldNum" sz="quarter" idx="10"/>
          </p:nvPr>
        </p:nvSpPr>
        <p:spPr bwMode="auto"/>
        <p:txBody>
          <a:bodyPr/>
          <a:lstStyle/>
          <a:p>
            <a:pPr>
              <a:defRPr/>
            </a:pPr>
            <a:fld id="{CF532742-A153-2558-B175-AD1C741F481E}"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2992182" name="Slide Image Placeholder 1"/>
          <p:cNvSpPr>
            <a:spLocks noChangeAspect="1" noGrp="1" noRot="1"/>
          </p:cNvSpPr>
          <p:nvPr>
            <p:ph type="sldImg"/>
          </p:nvPr>
        </p:nvSpPr>
        <p:spPr bwMode="auto"/>
      </p:sp>
      <p:sp>
        <p:nvSpPr>
          <p:cNvPr id="787867803" name="Notes Placeholder 2"/>
          <p:cNvSpPr>
            <a:spLocks noGrp="1"/>
          </p:cNvSpPr>
          <p:nvPr>
            <p:ph type="body" idx="1"/>
          </p:nvPr>
        </p:nvSpPr>
        <p:spPr bwMode="auto"/>
        <p:txBody>
          <a:bodyPr/>
          <a:lstStyle/>
          <a:p>
            <a:pPr>
              <a:defRPr/>
            </a:pPr>
            <a:endParaRPr/>
          </a:p>
        </p:txBody>
      </p:sp>
      <p:sp>
        <p:nvSpPr>
          <p:cNvPr id="1986914537" name="Slide Number Placeholder 3"/>
          <p:cNvSpPr>
            <a:spLocks noGrp="1"/>
          </p:cNvSpPr>
          <p:nvPr>
            <p:ph type="sldNum" sz="quarter" idx="10"/>
          </p:nvPr>
        </p:nvSpPr>
        <p:spPr bwMode="auto"/>
        <p:txBody>
          <a:bodyPr/>
          <a:lstStyle/>
          <a:p>
            <a:pPr>
              <a:defRPr/>
            </a:pPr>
            <a:fld id="{0D1319E3-0C29-796F-6EA3-C6BEAC5D23DF}"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7097424" name="Slide Image Placeholder 1"/>
          <p:cNvSpPr>
            <a:spLocks noChangeAspect="1" noGrp="1" noRot="1"/>
          </p:cNvSpPr>
          <p:nvPr>
            <p:ph type="sldImg"/>
          </p:nvPr>
        </p:nvSpPr>
        <p:spPr bwMode="auto"/>
      </p:sp>
      <p:sp>
        <p:nvSpPr>
          <p:cNvPr id="339254426" name="Notes Placeholder 2"/>
          <p:cNvSpPr>
            <a:spLocks noGrp="1"/>
          </p:cNvSpPr>
          <p:nvPr>
            <p:ph type="body" idx="1"/>
          </p:nvPr>
        </p:nvSpPr>
        <p:spPr bwMode="auto"/>
        <p:txBody>
          <a:bodyPr/>
          <a:lstStyle/>
          <a:p>
            <a:pPr>
              <a:defRPr/>
            </a:pPr>
            <a:endParaRPr/>
          </a:p>
        </p:txBody>
      </p:sp>
      <p:sp>
        <p:nvSpPr>
          <p:cNvPr id="507338977" name="Slide Number Placeholder 3"/>
          <p:cNvSpPr>
            <a:spLocks noGrp="1"/>
          </p:cNvSpPr>
          <p:nvPr>
            <p:ph type="sldNum" sz="quarter" idx="10"/>
          </p:nvPr>
        </p:nvSpPr>
        <p:spPr bwMode="auto"/>
        <p:txBody>
          <a:bodyPr/>
          <a:lstStyle/>
          <a:p>
            <a:pPr>
              <a:defRPr/>
            </a:pPr>
            <a:fld id="{10050624-13C0-26F3-AA0A-125E99C8E039}"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15240226" name="Google Shape;113;p5:notes"/>
          <p:cNvSpPr txBox="1">
            <a:spLocks noGrp="1"/>
          </p:cNvSpPr>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defRPr/>
            </a:pPr>
            <a:endParaRPr/>
          </a:p>
        </p:txBody>
      </p:sp>
      <p:sp>
        <p:nvSpPr>
          <p:cNvPr id="234650086" name="Google Shape;114;p5:notes"/>
          <p:cNvSpPr>
            <a:spLocks noChangeAspect="1" noGrp="1" noRot="1"/>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394171099" name="Google Shape;16;p7"/>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865511730" name="Google Shape;17;p7"/>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93004819" name="Google Shape;18;p7"/>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634735443" name="Google Shape;19;p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IN"/>
              <a:t>‹#›</a:t>
            </a:fld>
            <a:endParaRPr/>
          </a:p>
        </p:txBody>
      </p:sp>
      <p:pic>
        <p:nvPicPr>
          <p:cNvPr id="343382407" name="Google Shape;20;p7"/>
          <p:cNvPicPr/>
          <p:nvPr/>
        </p:nvPicPr>
        <p:blipFill rotWithShape="1">
          <a:blip r:embed="rId2">
            <a:alphaModFix/>
          </a:blip>
          <a:stretch/>
        </p:blipFill>
        <p:spPr bwMode="auto">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2141133054" name="Google Shape;22;p9"/>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650691252" name="Google Shape;23;p9"/>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21901338" name="Google Shape;24;p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IN"/>
              <a:t>‹#›</a:t>
            </a:fld>
            <a:endParaRPr/>
          </a:p>
        </p:txBody>
      </p:sp>
      <p:pic>
        <p:nvPicPr>
          <p:cNvPr id="4530607" name="Google Shape;25;p9"/>
          <p:cNvPicPr/>
          <p:nvPr/>
        </p:nvPicPr>
        <p:blipFill rotWithShape="1">
          <a:blip r:embed="rId2">
            <a:alphaModFix/>
          </a:blip>
          <a:stretch/>
        </p:blipFill>
        <p:spPr bwMode="auto">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Content" preserve="0" showMasterPhAnim="0" showMasterSp="1" type="obj" userDrawn="1">
  <p:cSld name="OBJECT">
    <p:spTree>
      <p:nvGrpSpPr>
        <p:cNvPr id="1" name=""/>
        <p:cNvGrpSpPr/>
        <p:nvPr/>
      </p:nvGrpSpPr>
      <p:grpSpPr bwMode="auto">
        <a:xfrm>
          <a:off x="0" y="0"/>
          <a:ext cx="0" cy="0"/>
          <a:chOff x="0" y="0"/>
          <a:chExt cx="0" cy="0"/>
        </a:xfrm>
      </p:grpSpPr>
      <p:sp>
        <p:nvSpPr>
          <p:cNvPr id="2113300117" name="Google Shape;27;p10"/>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396157975" name="Google Shape;28;p10"/>
          <p:cNvSpPr txBox="1">
            <a:spLocks noGrp="1"/>
          </p:cNvSpPr>
          <p:nvPr>
            <p:ph type="body" id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422156573" name="Google Shape;29;p10"/>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436598344" name="Google Shape;30;p10"/>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233276894" name="Google Shape;31;p1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IN"/>
              <a:t>‹#›</a:t>
            </a:fld>
            <a:endParaRPr/>
          </a:p>
        </p:txBody>
      </p:sp>
      <p:pic>
        <p:nvPicPr>
          <p:cNvPr id="2022730409" name="Google Shape;32;p10"/>
          <p:cNvPicPr/>
          <p:nvPr/>
        </p:nvPicPr>
        <p:blipFill rotWithShape="1">
          <a:blip r:embed="rId2">
            <a:alphaModFix/>
          </a:blip>
          <a:stretch/>
        </p:blipFill>
        <p:spPr bwMode="auto">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1796823909" name="Google Shape;34;p8"/>
          <p:cNvSpPr txBox="1">
            <a:spLocks noGrp="1"/>
          </p:cNvSpPr>
          <p:nvPr>
            <p:ph type="ctrTitle"/>
          </p:nvPr>
        </p:nvSpPr>
        <p:spPr bwMode="auto">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694898823" name="Google Shape;35;p8"/>
          <p:cNvSpPr txBox="1">
            <a:spLocks noGrp="1"/>
          </p:cNvSpPr>
          <p:nvPr>
            <p:ph type="subTitle" idx="1"/>
          </p:nvPr>
        </p:nvSpPr>
        <p:spPr bwMode="auto">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pPr>
              <a:defRPr/>
            </a:pPr>
            <a:endParaRPr/>
          </a:p>
        </p:txBody>
      </p:sp>
      <p:sp>
        <p:nvSpPr>
          <p:cNvPr id="1247418014" name="Google Shape;36;p8"/>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284373015" name="Google Shape;37;p8"/>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891691335" name="Google Shape;38;p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IN"/>
              <a:t>‹#›</a:t>
            </a:fld>
            <a:endParaRPr/>
          </a:p>
        </p:txBody>
      </p:sp>
      <p:pic>
        <p:nvPicPr>
          <p:cNvPr id="367084833" name="Google Shape;39;p8"/>
          <p:cNvPicPr/>
          <p:nvPr/>
        </p:nvPicPr>
        <p:blipFill rotWithShape="1">
          <a:blip r:embed="rId2">
            <a:alphaModFix/>
          </a:blip>
          <a:stretch/>
        </p:blipFill>
        <p:spPr bwMode="auto">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165177079" name="Google Shape;41;p11"/>
          <p:cNvSpPr txBox="1">
            <a:spLocks noGrp="1"/>
          </p:cNvSpPr>
          <p:nvPr>
            <p:ph type="title"/>
          </p:nvPr>
        </p:nvSpPr>
        <p:spPr bwMode="auto">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411710862" name="Google Shape;42;p11"/>
          <p:cNvSpPr txBox="1">
            <a:spLocks noGrp="1"/>
          </p:cNvSpPr>
          <p:nvPr>
            <p:ph type="body" idx="1"/>
          </p:nvPr>
        </p:nvSpPr>
        <p:spPr bwMode="auto">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a:defRPr/>
            </a:pPr>
            <a:endParaRPr/>
          </a:p>
        </p:txBody>
      </p:sp>
      <p:sp>
        <p:nvSpPr>
          <p:cNvPr id="1355554388" name="Google Shape;43;p11"/>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916830465" name="Google Shape;44;p11"/>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631885427" name="Google Shape;45;p1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IN"/>
              <a:t>‹#›</a:t>
            </a:fld>
            <a:endParaRPr/>
          </a:p>
        </p:txBody>
      </p:sp>
      <p:pic>
        <p:nvPicPr>
          <p:cNvPr id="1840870258" name="Google Shape;46;p11"/>
          <p:cNvPicPr/>
          <p:nvPr/>
        </p:nvPicPr>
        <p:blipFill rotWithShape="1">
          <a:blip r:embed="rId2">
            <a:alphaModFix/>
          </a:blip>
          <a:stretch/>
        </p:blipFill>
        <p:spPr bwMode="auto">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wo Content" preserve="0" showMasterPhAnim="0" showMasterSp="1" type="twoObj" userDrawn="1">
  <p:cSld name="TWO_OBJECTS">
    <p:spTree>
      <p:nvGrpSpPr>
        <p:cNvPr id="1" name=""/>
        <p:cNvGrpSpPr/>
        <p:nvPr/>
      </p:nvGrpSpPr>
      <p:grpSpPr bwMode="auto">
        <a:xfrm>
          <a:off x="0" y="0"/>
          <a:ext cx="0" cy="0"/>
          <a:chOff x="0" y="0"/>
          <a:chExt cx="0" cy="0"/>
        </a:xfrm>
      </p:grpSpPr>
      <p:sp>
        <p:nvSpPr>
          <p:cNvPr id="64142245" name="Google Shape;48;p12"/>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277205708" name="Google Shape;49;p12"/>
          <p:cNvSpPr txBox="1">
            <a:spLocks noGrp="1"/>
          </p:cNvSpPr>
          <p:nvPr>
            <p:ph type="body" idx="1"/>
          </p:nvPr>
        </p:nvSpPr>
        <p:spPr bwMode="auto">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1231795566" name="Google Shape;50;p12"/>
          <p:cNvSpPr txBox="1">
            <a:spLocks noGrp="1"/>
          </p:cNvSpPr>
          <p:nvPr>
            <p:ph type="body" idx="2"/>
          </p:nvPr>
        </p:nvSpPr>
        <p:spPr bwMode="auto">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536730032" name="Google Shape;51;p12"/>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148408986" name="Google Shape;52;p12"/>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821240686" name="Google Shape;53;p1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IN"/>
              <a:t>‹#›</a:t>
            </a:fld>
            <a:endParaRPr/>
          </a:p>
        </p:txBody>
      </p:sp>
      <p:pic>
        <p:nvPicPr>
          <p:cNvPr id="524638319" name="Google Shape;54;p12"/>
          <p:cNvPicPr/>
          <p:nvPr/>
        </p:nvPicPr>
        <p:blipFill rotWithShape="1">
          <a:blip r:embed="rId2">
            <a:alphaModFix/>
          </a:blip>
          <a:stretch/>
        </p:blipFill>
        <p:spPr bwMode="auto">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mparison" preserve="0" showMasterPhAnim="0" showMasterSp="1" type="twoTxTwoObj" userDrawn="1">
  <p:cSld name="TWO_OBJECTS_WITH_TEXT">
    <p:spTree>
      <p:nvGrpSpPr>
        <p:cNvPr id="1" name=""/>
        <p:cNvGrpSpPr/>
        <p:nvPr/>
      </p:nvGrpSpPr>
      <p:grpSpPr bwMode="auto">
        <a:xfrm>
          <a:off x="0" y="0"/>
          <a:ext cx="0" cy="0"/>
          <a:chOff x="0" y="0"/>
          <a:chExt cx="0" cy="0"/>
        </a:xfrm>
      </p:grpSpPr>
      <p:sp>
        <p:nvSpPr>
          <p:cNvPr id="839768910" name="Google Shape;56;p13"/>
          <p:cNvSpPr txBox="1">
            <a:spLocks noGrp="1"/>
          </p:cNvSpPr>
          <p:nvPr>
            <p:ph type="title"/>
          </p:nvPr>
        </p:nvSpPr>
        <p:spPr bwMode="auto">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325267603" name="Google Shape;57;p13"/>
          <p:cNvSpPr txBox="1">
            <a:spLocks noGrp="1"/>
          </p:cNvSpPr>
          <p:nvPr>
            <p:ph type="body" idx="1"/>
          </p:nvPr>
        </p:nvSpPr>
        <p:spPr bwMode="auto">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1866313139" name="Google Shape;58;p13"/>
          <p:cNvSpPr txBox="1">
            <a:spLocks noGrp="1"/>
          </p:cNvSpPr>
          <p:nvPr>
            <p:ph type="body" idx="2"/>
          </p:nvPr>
        </p:nvSpPr>
        <p:spPr bwMode="auto">
          <a:xfrm>
            <a:off x="839788" y="2505074"/>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610711037" name="Google Shape;59;p13"/>
          <p:cNvSpPr txBox="1">
            <a:spLocks noGrp="1"/>
          </p:cNvSpPr>
          <p:nvPr>
            <p:ph type="body" idx="3"/>
          </p:nvPr>
        </p:nvSpPr>
        <p:spPr bwMode="auto">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1334785755" name="Google Shape;60;p13"/>
          <p:cNvSpPr txBox="1">
            <a:spLocks noGrp="1"/>
          </p:cNvSpPr>
          <p:nvPr>
            <p:ph type="body" idx="4"/>
          </p:nvPr>
        </p:nvSpPr>
        <p:spPr bwMode="auto">
          <a:xfrm>
            <a:off x="6172200" y="2505074"/>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1303615944" name="Google Shape;61;p13"/>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901600732" name="Google Shape;62;p13"/>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853855790" name="Google Shape;63;p1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IN"/>
              <a:t>‹#›</a:t>
            </a:fld>
            <a:endParaRPr/>
          </a:p>
        </p:txBody>
      </p:sp>
      <p:pic>
        <p:nvPicPr>
          <p:cNvPr id="97111743" name="Google Shape;64;p13"/>
          <p:cNvPicPr/>
          <p:nvPr/>
        </p:nvPicPr>
        <p:blipFill rotWithShape="1">
          <a:blip r:embed="rId2">
            <a:alphaModFix/>
          </a:blip>
          <a:stretch/>
        </p:blipFill>
        <p:spPr bwMode="auto">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ntent with Caption" preserve="0" showMasterPhAnim="0" showMasterSp="1" type="objTx" userDrawn="1">
  <p:cSld name="OBJECT_WITH_CAPTION_TEXT">
    <p:spTree>
      <p:nvGrpSpPr>
        <p:cNvPr id="1" name=""/>
        <p:cNvGrpSpPr/>
        <p:nvPr/>
      </p:nvGrpSpPr>
      <p:grpSpPr bwMode="auto">
        <a:xfrm>
          <a:off x="0" y="0"/>
          <a:ext cx="0" cy="0"/>
          <a:chOff x="0" y="0"/>
          <a:chExt cx="0" cy="0"/>
        </a:xfrm>
      </p:grpSpPr>
      <p:sp>
        <p:nvSpPr>
          <p:cNvPr id="1721747481" name="Google Shape;66;p14"/>
          <p:cNvSpPr txBox="1">
            <a:spLocks noGrp="1"/>
          </p:cNvSpPr>
          <p:nvPr>
            <p:ph type="title"/>
          </p:nvPr>
        </p:nvSpPr>
        <p:spPr bwMode="auto">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2123030501" name="Google Shape;67;p14"/>
          <p:cNvSpPr txBox="1">
            <a:spLocks noGrp="1"/>
          </p:cNvSpPr>
          <p:nvPr>
            <p:ph type="body" idx="1"/>
          </p:nvPr>
        </p:nvSpPr>
        <p:spPr bwMode="auto">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799"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a:defRPr/>
            </a:pPr>
            <a:endParaRPr/>
          </a:p>
        </p:txBody>
      </p:sp>
      <p:sp>
        <p:nvSpPr>
          <p:cNvPr id="1655034680" name="Google Shape;68;p14"/>
          <p:cNvSpPr txBox="1">
            <a:spLocks noGrp="1"/>
          </p:cNvSpPr>
          <p:nvPr>
            <p:ph type="body" idx="2"/>
          </p:nvPr>
        </p:nvSpPr>
        <p:spPr bwMode="auto">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
        <p:nvSpPr>
          <p:cNvPr id="1514037913" name="Google Shape;69;p14"/>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163943163" name="Google Shape;70;p14"/>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786640518" name="Google Shape;71;p1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IN"/>
              <a:t>‹#›</a:t>
            </a:fld>
            <a:endParaRPr/>
          </a:p>
        </p:txBody>
      </p:sp>
      <p:pic>
        <p:nvPicPr>
          <p:cNvPr id="2110020741" name="Google Shape;72;p14"/>
          <p:cNvPicPr/>
          <p:nvPr/>
        </p:nvPicPr>
        <p:blipFill rotWithShape="1">
          <a:blip r:embed="rId2">
            <a:alphaModFix/>
          </a:blip>
          <a:stretch/>
        </p:blipFill>
        <p:spPr bwMode="auto">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Picture with Caption" preserve="0" showMasterPhAnim="0" showMasterSp="1" type="picTx" userDrawn="1">
  <p:cSld name="PICTURE_WITH_CAPTION_TEXT">
    <p:spTree>
      <p:nvGrpSpPr>
        <p:cNvPr id="1" name=""/>
        <p:cNvGrpSpPr/>
        <p:nvPr/>
      </p:nvGrpSpPr>
      <p:grpSpPr bwMode="auto">
        <a:xfrm>
          <a:off x="0" y="0"/>
          <a:ext cx="0" cy="0"/>
          <a:chOff x="0" y="0"/>
          <a:chExt cx="0" cy="0"/>
        </a:xfrm>
      </p:grpSpPr>
      <p:sp>
        <p:nvSpPr>
          <p:cNvPr id="660959367" name="Google Shape;74;p15"/>
          <p:cNvSpPr txBox="1">
            <a:spLocks noGrp="1"/>
          </p:cNvSpPr>
          <p:nvPr>
            <p:ph type="title"/>
          </p:nvPr>
        </p:nvSpPr>
        <p:spPr bwMode="auto">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284077997" name="Google Shape;75;p15"/>
          <p:cNvSpPr>
            <a:spLocks noGrp="1"/>
          </p:cNvSpPr>
          <p:nvPr>
            <p:ph type="pic" idx="2"/>
          </p:nvPr>
        </p:nvSpPr>
        <p:spPr bwMode="auto">
          <a:xfrm>
            <a:off x="5183188" y="987425"/>
            <a:ext cx="6172200" cy="4873625"/>
          </a:xfrm>
          <a:prstGeom prst="rect">
            <a:avLst/>
          </a:prstGeom>
          <a:noFill/>
          <a:ln>
            <a:noFill/>
          </a:ln>
        </p:spPr>
      </p:sp>
      <p:sp>
        <p:nvSpPr>
          <p:cNvPr id="60663535" name="Google Shape;76;p15"/>
          <p:cNvSpPr txBox="1">
            <a:spLocks noGrp="1"/>
          </p:cNvSpPr>
          <p:nvPr>
            <p:ph type="body" idx="1"/>
          </p:nvPr>
        </p:nvSpPr>
        <p:spPr bwMode="auto">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
        <p:nvSpPr>
          <p:cNvPr id="450868731" name="Google Shape;77;p15"/>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451870805" name="Google Shape;78;p15"/>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938268197" name="Google Shape;79;p1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IN"/>
              <a:t>‹#›</a:t>
            </a:fld>
            <a:endParaRPr/>
          </a:p>
        </p:txBody>
      </p:sp>
      <p:pic>
        <p:nvPicPr>
          <p:cNvPr id="2141351435" name="Google Shape;80;p15"/>
          <p:cNvPicPr/>
          <p:nvPr/>
        </p:nvPicPr>
        <p:blipFill rotWithShape="1">
          <a:blip r:embed="rId2">
            <a:alphaModFix/>
          </a:blip>
          <a:stretch/>
        </p:blipFill>
        <p:spPr bwMode="auto">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Vertical Text" preserve="0" showMasterPhAnim="0" showMasterSp="1" type="vertTx" userDrawn="1">
  <p:cSld name="VERTICAL_TEXT">
    <p:spTree>
      <p:nvGrpSpPr>
        <p:cNvPr id="1" name=""/>
        <p:cNvGrpSpPr/>
        <p:nvPr/>
      </p:nvGrpSpPr>
      <p:grpSpPr bwMode="auto">
        <a:xfrm>
          <a:off x="0" y="0"/>
          <a:ext cx="0" cy="0"/>
          <a:chOff x="0" y="0"/>
          <a:chExt cx="0" cy="0"/>
        </a:xfrm>
      </p:grpSpPr>
      <p:sp>
        <p:nvSpPr>
          <p:cNvPr id="1467325152" name="Google Shape;82;p16"/>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892363290" name="Google Shape;83;p16"/>
          <p:cNvSpPr txBox="1">
            <a:spLocks noGrp="1"/>
          </p:cNvSpPr>
          <p:nvPr>
            <p:ph type="body" idx="1"/>
          </p:nvPr>
        </p:nvSpPr>
        <p:spPr bwMode="auto">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384906266" name="Google Shape;84;p16"/>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328707881" name="Google Shape;85;p16"/>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504105189" name="Google Shape;86;p1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IN"/>
              <a:t>‹#›</a:t>
            </a:fld>
            <a:endParaRPr/>
          </a:p>
        </p:txBody>
      </p:sp>
      <p:pic>
        <p:nvPicPr>
          <p:cNvPr id="1297549042" name="Google Shape;87;p16"/>
          <p:cNvPicPr/>
          <p:nvPr/>
        </p:nvPicPr>
        <p:blipFill rotWithShape="1">
          <a:blip r:embed="rId2">
            <a:alphaModFix/>
          </a:blip>
          <a:stretch/>
        </p:blipFill>
        <p:spPr bwMode="auto">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Vertical Title and Text" preserve="0" showMasterPhAnim="0" showMasterSp="1" type="vertTitleAndTx" userDrawn="1">
  <p:cSld name="VERTICAL_TITLE_AND_VERTICAL_TEXT">
    <p:spTree>
      <p:nvGrpSpPr>
        <p:cNvPr id="1" name=""/>
        <p:cNvGrpSpPr/>
        <p:nvPr/>
      </p:nvGrpSpPr>
      <p:grpSpPr bwMode="auto">
        <a:xfrm>
          <a:off x="0" y="0"/>
          <a:ext cx="0" cy="0"/>
          <a:chOff x="0" y="0"/>
          <a:chExt cx="0" cy="0"/>
        </a:xfrm>
      </p:grpSpPr>
      <p:sp>
        <p:nvSpPr>
          <p:cNvPr id="1223272099" name="Google Shape;89;p17"/>
          <p:cNvSpPr txBox="1">
            <a:spLocks noGrp="1"/>
          </p:cNvSpPr>
          <p:nvPr>
            <p:ph type="title"/>
          </p:nvPr>
        </p:nvSpPr>
        <p:spPr bwMode="auto">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6883955" name="Google Shape;90;p17"/>
          <p:cNvSpPr txBox="1">
            <a:spLocks noGrp="1"/>
          </p:cNvSpPr>
          <p:nvPr>
            <p:ph type="body" idx="1"/>
          </p:nvPr>
        </p:nvSpPr>
        <p:spPr bwMode="auto">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2145338452" name="Google Shape;91;p17"/>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497693483" name="Google Shape;92;p17"/>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627282527" name="Google Shape;93;p1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IN"/>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516486326" name="Google Shape;10;p6"/>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a:pPr>
              <a:defRPr/>
            </a:pPr>
            <a:endParaRPr/>
          </a:p>
        </p:txBody>
      </p:sp>
      <p:sp>
        <p:nvSpPr>
          <p:cNvPr id="217375214" name="Google Shape;11;p6"/>
          <p:cNvSpPr txBox="1">
            <a:spLocks noGrp="1"/>
          </p:cNvSpPr>
          <p:nvPr>
            <p:ph type="body" id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a:defRPr/>
            </a:pPr>
            <a:endParaRPr/>
          </a:p>
        </p:txBody>
      </p:sp>
      <p:sp>
        <p:nvSpPr>
          <p:cNvPr id="1229420494" name="Google Shape;12;p6"/>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pPr>
              <a:defRPr/>
            </a:pPr>
            <a:endParaRPr/>
          </a:p>
        </p:txBody>
      </p:sp>
      <p:sp>
        <p:nvSpPr>
          <p:cNvPr id="968879276" name="Google Shape;13;p6"/>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pPr>
              <a:defRPr/>
            </a:pPr>
            <a:endParaRPr/>
          </a:p>
        </p:txBody>
      </p:sp>
      <p:sp>
        <p:nvSpPr>
          <p:cNvPr id="1178397357" name="Google Shape;14;p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hyperlink" Target="https://www.linkedin.com/in/ganesh-gonge-369a24277/" TargetMode="External"/><Relationship Id="rId5" Type="http://schemas.openxmlformats.org/officeDocument/2006/relationships/hyperlink" Target="https://github.com/ggonge16-star" TargetMode="Externa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5.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9.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10.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11.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12.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13.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14.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15.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0" t="-9000" r="0" b="-9000"/>
          </a:stretch>
        </a:blipFill>
      </p:bgPr>
    </p:bg>
    <p:spTree>
      <p:nvGrpSpPr>
        <p:cNvPr id="1" name=""/>
        <p:cNvGrpSpPr/>
        <p:nvPr/>
      </p:nvGrpSpPr>
      <p:grpSpPr bwMode="auto">
        <a:xfrm>
          <a:off x="0" y="0"/>
          <a:ext cx="0" cy="0"/>
          <a:chOff x="0" y="0"/>
          <a:chExt cx="0" cy="0"/>
        </a:xfrm>
      </p:grpSpPr>
      <p:pic>
        <p:nvPicPr>
          <p:cNvPr id="1723071914" name="Google Shape;98;p1"/>
          <p:cNvPicPr/>
          <p:nvPr/>
        </p:nvPicPr>
        <p:blipFill rotWithShape="1">
          <a:blip r:embed="rId4">
            <a:alphaModFix/>
          </a:blip>
          <a:stretch/>
        </p:blipFill>
        <p:spPr bwMode="auto">
          <a:xfrm>
            <a:off x="592" y="13648"/>
            <a:ext cx="12191408" cy="6858000"/>
          </a:xfrm>
          <a:prstGeom prst="rect">
            <a:avLst/>
          </a:prstGeom>
          <a:blipFill>
            <a:blip r:embed="rId3"/>
            <a:stretch>
              <a:fillRect l="29000" t="0" r="0" b="0"/>
            </a:stretch>
          </a:blipFill>
          <a:ln>
            <a:noFill/>
          </a:ln>
        </p:spPr>
      </p:pic>
      <p:sp>
        <p:nvSpPr>
          <p:cNvPr id="115112427" name="Google Shape;99;p1"/>
          <p:cNvSpPr txBox="1"/>
          <p:nvPr/>
        </p:nvSpPr>
        <p:spPr bwMode="auto">
          <a:xfrm>
            <a:off x="2568735" y="3429000"/>
            <a:ext cx="7248348" cy="268255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defRPr/>
            </a:pPr>
            <a:endParaRPr lang="en-IN" sz="1800">
              <a:solidFill>
                <a:schemeClr val="dk1"/>
              </a:solidFill>
              <a:latin typeface="Calibri"/>
              <a:ea typeface="Calibri"/>
              <a:cs typeface="Calibri"/>
            </a:endParaRPr>
          </a:p>
          <a:p>
            <a:pPr marL="0" marR="0" lvl="0" indent="0" algn="ctr" rtl="0">
              <a:lnSpc>
                <a:spcPct val="100000"/>
              </a:lnSpc>
              <a:spcBef>
                <a:spcPts val="0"/>
              </a:spcBef>
              <a:spcAft>
                <a:spcPts val="0"/>
              </a:spcAft>
              <a:buClr>
                <a:srgbClr val="000000"/>
              </a:buClr>
              <a:buSzPts val="1800"/>
              <a:buFont typeface="Arial"/>
              <a:buNone/>
              <a:defRPr/>
            </a:pPr>
            <a:r>
              <a:rPr lang="en-IN" sz="3600" b="1">
                <a:solidFill>
                  <a:schemeClr val="dk1"/>
                </a:solidFill>
                <a:latin typeface="Calibri"/>
                <a:ea typeface="Calibri"/>
                <a:cs typeface="Calibri"/>
              </a:rPr>
              <a:t>Movie Sales </a:t>
            </a:r>
            <a:r>
              <a:rPr lang="en-IN" sz="3600" b="1">
                <a:solidFill>
                  <a:schemeClr val="dk1"/>
                </a:solidFill>
                <a:latin typeface="Calibri"/>
                <a:ea typeface="Calibri"/>
                <a:cs typeface="Calibri"/>
              </a:rPr>
              <a:t>Analysis</a:t>
            </a:r>
            <a:endParaRPr/>
          </a:p>
          <a:p>
            <a:pPr marL="0" marR="0" lvl="0" indent="0" algn="ctr" rtl="0">
              <a:lnSpc>
                <a:spcPct val="100000"/>
              </a:lnSpc>
              <a:spcBef>
                <a:spcPts val="0"/>
              </a:spcBef>
              <a:spcAft>
                <a:spcPts val="0"/>
              </a:spcAft>
              <a:buClr>
                <a:srgbClr val="000000"/>
              </a:buClr>
              <a:buSzPts val="1800"/>
              <a:buFont typeface="Arial"/>
              <a:buNone/>
              <a:defRPr/>
            </a:pPr>
            <a:r>
              <a:rPr lang="en-US" sz="3200" b="1">
                <a:solidFill>
                  <a:schemeClr val="dk1"/>
                </a:solidFill>
                <a:latin typeface="Calibri"/>
                <a:ea typeface="Calibri"/>
                <a:cs typeface="Calibri"/>
              </a:rPr>
              <a:t>(2006 – 2016)</a:t>
            </a:r>
            <a:endParaRPr lang="en-IN" sz="3200" b="1">
              <a:solidFill>
                <a:schemeClr val="dk1"/>
              </a:solidFill>
              <a:latin typeface="Calibri"/>
              <a:ea typeface="Calibri"/>
              <a:cs typeface="Calibri"/>
            </a:endParaRPr>
          </a:p>
          <a:p>
            <a:pPr marL="0" marR="0" lvl="0" indent="0" algn="ctr" rtl="0">
              <a:lnSpc>
                <a:spcPct val="100000"/>
              </a:lnSpc>
              <a:spcBef>
                <a:spcPts val="0"/>
              </a:spcBef>
              <a:spcAft>
                <a:spcPts val="0"/>
              </a:spcAft>
              <a:buClr>
                <a:srgbClr val="000000"/>
              </a:buClr>
              <a:buSzPts val="1800"/>
              <a:buFont typeface="Arial"/>
              <a:buNone/>
              <a:defRPr/>
            </a:pPr>
            <a:endParaRPr lang="en-US" sz="3600" b="1" i="0" u="none" strike="noStrike" cap="none">
              <a:solidFill>
                <a:schemeClr val="dk1"/>
              </a:solidFill>
              <a:latin typeface="Calibri"/>
              <a:cs typeface="Calibri"/>
            </a:endParaRPr>
          </a:p>
          <a:p>
            <a:pPr marL="0" marR="0" lvl="0" indent="0" algn="ctr" rtl="0">
              <a:lnSpc>
                <a:spcPct val="100000"/>
              </a:lnSpc>
              <a:spcBef>
                <a:spcPts val="0"/>
              </a:spcBef>
              <a:spcAft>
                <a:spcPts val="0"/>
              </a:spcAft>
              <a:buClr>
                <a:srgbClr val="000000"/>
              </a:buClr>
              <a:buSzPts val="1800"/>
              <a:buFont typeface="Arial"/>
              <a:buNone/>
              <a:defRPr/>
            </a:pPr>
            <a:r>
              <a:rPr sz="2400" b="1" i="0" u="none">
                <a:solidFill>
                  <a:srgbClr val="000000"/>
                </a:solidFill>
                <a:latin typeface="Times New Roman"/>
                <a:ea typeface="Times New Roman"/>
                <a:cs typeface="Times New Roman"/>
              </a:rPr>
              <a:t> </a:t>
            </a:r>
            <a:r>
              <a:rPr sz="2400" b="1" i="0" u="none">
                <a:solidFill>
                  <a:srgbClr val="000000"/>
                </a:solidFill>
                <a:latin typeface="Times New Roman"/>
                <a:ea typeface="Times New Roman"/>
                <a:cs typeface="Times New Roman"/>
              </a:rPr>
              <a:t>Presented By: Ganesh  Gonge</a:t>
            </a:r>
            <a:endParaRPr sz="2400" b="1" i="0" u="none" strike="noStrike" cap="none">
              <a:solidFill>
                <a:schemeClr val="dk1"/>
              </a:solidFill>
              <a:latin typeface="Calibri"/>
              <a:cs typeface="Calibri"/>
            </a:endParaRPr>
          </a:p>
          <a:p>
            <a:pPr marL="0" marR="0" lvl="0" indent="0" algn="ctr" rtl="0">
              <a:lnSpc>
                <a:spcPct val="100000"/>
              </a:lnSpc>
              <a:spcBef>
                <a:spcPts val="0"/>
              </a:spcBef>
              <a:spcAft>
                <a:spcPts val="0"/>
              </a:spcAft>
              <a:buClr>
                <a:srgbClr val="000000"/>
              </a:buClr>
              <a:buSzPts val="1800"/>
              <a:buFont typeface="Arial"/>
              <a:buNone/>
              <a:defRPr/>
            </a:pPr>
            <a:r>
              <a:rPr lang="en-US" sz="2400" b="1">
                <a:solidFill>
                  <a:schemeClr val="dk1"/>
                </a:solidFill>
                <a:latin typeface="Calibri"/>
                <a:cs typeface="Calibri"/>
              </a:rPr>
              <a:t>Guided By : Prasad Charate</a:t>
            </a:r>
            <a:endParaRPr sz="2400" b="1" i="0" u="none" strike="noStrike" cap="none">
              <a:solidFill>
                <a:srgbClr val="00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459378501" name="Google Shape;104;p3"/>
          <p:cNvSpPr txBox="1"/>
          <p:nvPr/>
        </p:nvSpPr>
        <p:spPr bwMode="auto">
          <a:xfrm flipH="0" flipV="0">
            <a:off x="218362" y="598559"/>
            <a:ext cx="11843439" cy="5591219"/>
          </a:xfrm>
          <a:prstGeom prst="rect">
            <a:avLst/>
          </a:prstGeom>
          <a:noFill/>
          <a:ln>
            <a:noFill/>
          </a:ln>
        </p:spPr>
        <p:txBody>
          <a:bodyPr spcFirstLastPara="1" wrap="square" lIns="91423" tIns="45699" rIns="91423" bIns="45699" anchor="t" anchorCtr="0">
            <a:spAutoFit/>
          </a:bodyPr>
          <a:lstStyle/>
          <a:p>
            <a:pPr marL="304800" lvl="0" indent="-342900">
              <a:buClr>
                <a:schemeClr val="bg1"/>
              </a:buClr>
              <a:buSzPts val="2400"/>
              <a:buFont typeface="Wingdings"/>
              <a:buChar char="q"/>
              <a:defRPr/>
            </a:pPr>
            <a:r>
              <a:rPr lang="en-US" sz="2400" b="1">
                <a:solidFill>
                  <a:schemeClr val="tx2"/>
                </a:solidFill>
                <a:latin typeface="Calibri"/>
                <a:ea typeface="Calibri"/>
                <a:cs typeface="Calibri"/>
              </a:rPr>
              <a:t>Background : BSC(</a:t>
            </a:r>
            <a:r>
              <a:rPr sz="2400" b="1" i="0" u="none">
                <a:solidFill>
                  <a:schemeClr val="bg1"/>
                </a:solidFill>
                <a:latin typeface="Times New Roman"/>
                <a:ea typeface="Times New Roman"/>
                <a:cs typeface="Times New Roman"/>
              </a:rPr>
              <a:t> Information Technology</a:t>
            </a:r>
            <a:r>
              <a:rPr lang="en-US" sz="2400" b="1">
                <a:solidFill>
                  <a:schemeClr val="tx2"/>
                </a:solidFill>
                <a:latin typeface="Calibri"/>
                <a:ea typeface="Calibri"/>
                <a:cs typeface="Calibri"/>
              </a:rPr>
              <a:t>) from</a:t>
            </a:r>
            <a:r>
              <a:rPr lang="en-US" sz="2400" b="1">
                <a:solidFill>
                  <a:schemeClr val="bg1"/>
                </a:solidFill>
                <a:latin typeface="Calibri"/>
                <a:ea typeface="Calibri"/>
                <a:cs typeface="Calibri"/>
              </a:rPr>
              <a:t> </a:t>
            </a:r>
            <a:r>
              <a:rPr sz="2400" b="1" i="0" u="none">
                <a:solidFill>
                  <a:schemeClr val="bg1"/>
                </a:solidFill>
                <a:latin typeface="Times New Roman"/>
                <a:ea typeface="Times New Roman"/>
                <a:cs typeface="Times New Roman"/>
              </a:rPr>
              <a:t>Dr. </a:t>
            </a:r>
            <a:r>
              <a:rPr sz="2400" b="1" i="0" u="none">
                <a:solidFill>
                  <a:schemeClr val="bg1"/>
                </a:solidFill>
                <a:latin typeface="Times New Roman"/>
                <a:ea typeface="Times New Roman"/>
                <a:cs typeface="Times New Roman"/>
              </a:rPr>
              <a:t>Babasaheb </a:t>
            </a:r>
            <a:r>
              <a:rPr sz="2400" b="1" i="0" u="none">
                <a:solidFill>
                  <a:schemeClr val="bg1"/>
                </a:solidFill>
                <a:latin typeface="Times New Roman"/>
                <a:ea typeface="Times New Roman"/>
                <a:cs typeface="Times New Roman"/>
              </a:rPr>
              <a:t>Ambedkar </a:t>
            </a:r>
            <a:r>
              <a:rPr sz="2400" b="1" i="0" u="none">
                <a:solidFill>
                  <a:schemeClr val="bg1"/>
                </a:solidFill>
                <a:latin typeface="Times New Roman"/>
                <a:ea typeface="Times New Roman"/>
                <a:cs typeface="Times New Roman"/>
              </a:rPr>
              <a:t>Marathwada University</a:t>
            </a:r>
            <a:r>
              <a:rPr sz="2400" b="1">
                <a:solidFill>
                  <a:schemeClr val="bg1"/>
                </a:solidFill>
              </a:rPr>
              <a:t> ,</a:t>
            </a:r>
            <a:r>
              <a:rPr sz="2400" b="1" i="0" u="none">
                <a:solidFill>
                  <a:schemeClr val="bg1"/>
                </a:solidFill>
                <a:latin typeface="Times New Roman"/>
                <a:ea typeface="Times New Roman"/>
                <a:cs typeface="Times New Roman"/>
              </a:rPr>
              <a:t>Chhatrapati Sambhajinagar</a:t>
            </a:r>
            <a:endParaRPr sz="2400" b="1">
              <a:solidFill>
                <a:schemeClr val="bg1"/>
              </a:solidFill>
            </a:endParaRPr>
          </a:p>
          <a:p>
            <a:pPr marL="304800" lvl="0" indent="-342900">
              <a:buClr>
                <a:schemeClr val="bg1"/>
              </a:buClr>
              <a:buSzPts val="2400"/>
              <a:buFont typeface="Wingdings"/>
              <a:buChar char="q"/>
              <a:defRPr/>
            </a:pPr>
            <a:endParaRPr sz="2400" b="1">
              <a:solidFill>
                <a:schemeClr val="tx2"/>
              </a:solidFill>
              <a:latin typeface="Calibri"/>
              <a:ea typeface="Calibri"/>
              <a:cs typeface="Calibri"/>
            </a:endParaRPr>
          </a:p>
          <a:p>
            <a:pPr marL="304800" lvl="0" indent="-342900">
              <a:buClr>
                <a:schemeClr val="bg1"/>
              </a:buClr>
              <a:buSzPts val="2400"/>
              <a:buFont typeface="Wingdings"/>
              <a:buChar char="q"/>
              <a:defRPr/>
            </a:pPr>
            <a:r>
              <a:rPr lang="en-US" sz="2400" b="1">
                <a:solidFill>
                  <a:schemeClr val="tx2"/>
                </a:solidFill>
                <a:latin typeface="Calibri"/>
                <a:ea typeface="Calibri"/>
                <a:cs typeface="Calibri"/>
              </a:rPr>
              <a:t>Why </a:t>
            </a:r>
            <a:r>
              <a:rPr lang="en-US" sz="2400" b="1">
                <a:solidFill>
                  <a:schemeClr val="tx2"/>
                </a:solidFill>
                <a:latin typeface="Calibri"/>
                <a:ea typeface="Calibri"/>
                <a:cs typeface="Calibri"/>
              </a:rPr>
              <a:t>you want to learn Data Science : Data Science offers continuous learning and growth. As new technologies and methods evolve, it encourages me to stay curious, adaptable, innovative and qualities that are essential for a successful career in today’s technology landscape</a:t>
            </a:r>
            <a:r>
              <a:rPr lang="en-US" sz="2400" b="1">
                <a:solidFill>
                  <a:schemeClr val="tx2"/>
                </a:solidFill>
                <a:latin typeface="Calibri"/>
                <a:ea typeface="Calibri"/>
                <a:cs typeface="Calibri"/>
              </a:rPr>
              <a:t>.</a:t>
            </a:r>
            <a:endParaRPr/>
          </a:p>
          <a:p>
            <a:pPr marL="304800" lvl="0" indent="-342900">
              <a:buClr>
                <a:schemeClr val="bg1"/>
              </a:buClr>
              <a:buSzPts val="2400"/>
              <a:buFont typeface="Wingdings"/>
              <a:buChar char="q"/>
              <a:defRPr/>
            </a:pPr>
            <a:endParaRPr lang="en-US" sz="2400" b="1">
              <a:solidFill>
                <a:schemeClr val="tx2"/>
              </a:solidFill>
              <a:latin typeface="Calibri"/>
              <a:ea typeface="Calibri"/>
              <a:cs typeface="Calibri"/>
            </a:endParaRPr>
          </a:p>
          <a:p>
            <a:pPr marL="304800" lvl="0" indent="-342900">
              <a:buClr>
                <a:schemeClr val="bg1"/>
              </a:buClr>
              <a:buSzPts val="2400"/>
              <a:buFont typeface="Wingdings"/>
              <a:buChar char="q"/>
              <a:defRPr/>
            </a:pPr>
            <a:r>
              <a:rPr lang="en-US" sz="2400" b="1">
                <a:solidFill>
                  <a:schemeClr val="tx2"/>
                </a:solidFill>
                <a:latin typeface="Calibri"/>
                <a:ea typeface="Calibri"/>
                <a:cs typeface="Calibri"/>
              </a:rPr>
              <a:t>Any </a:t>
            </a:r>
            <a:r>
              <a:rPr lang="en-US" sz="2400" b="1">
                <a:solidFill>
                  <a:schemeClr val="tx2"/>
                </a:solidFill>
                <a:latin typeface="Calibri"/>
                <a:ea typeface="Calibri"/>
                <a:cs typeface="Calibri"/>
              </a:rPr>
              <a:t>work experience : </a:t>
            </a:r>
            <a:r>
              <a:rPr lang="en-US" sz="2400" b="1">
                <a:solidFill>
                  <a:schemeClr val="tx2"/>
                </a:solidFill>
                <a:latin typeface="Calibri"/>
                <a:ea typeface="Calibri"/>
                <a:cs typeface="Calibri"/>
              </a:rPr>
              <a:t>Freshers</a:t>
            </a:r>
            <a:endParaRPr/>
          </a:p>
          <a:p>
            <a:pPr marL="304800" lvl="0" indent="-342900">
              <a:buClr>
                <a:schemeClr val="bg1"/>
              </a:buClr>
              <a:buSzPts val="2400"/>
              <a:buFont typeface="Wingdings"/>
              <a:buChar char="q"/>
              <a:defRPr/>
            </a:pPr>
            <a:endParaRPr lang="en-US" sz="2400" b="1">
              <a:solidFill>
                <a:schemeClr val="tx2"/>
              </a:solidFill>
              <a:latin typeface="Calibri"/>
              <a:ea typeface="Calibri"/>
              <a:cs typeface="Calibri"/>
            </a:endParaRPr>
          </a:p>
          <a:p>
            <a:pPr marL="304800" lvl="0" indent="-342900">
              <a:buClr>
                <a:schemeClr val="bg1"/>
              </a:buClr>
              <a:buSzPts val="2400"/>
              <a:buFont typeface="Wingdings"/>
              <a:buChar char="q"/>
              <a:defRPr/>
            </a:pPr>
            <a:r>
              <a:rPr lang="en-US" sz="2400" b="1">
                <a:solidFill>
                  <a:schemeClr val="tx2"/>
                </a:solidFill>
                <a:latin typeface="Calibri"/>
                <a:ea typeface="Calibri"/>
                <a:cs typeface="Calibri"/>
              </a:rPr>
              <a:t>LinkedIn </a:t>
            </a:r>
            <a:r>
              <a:rPr lang="en-US" sz="2400" b="1">
                <a:solidFill>
                  <a:schemeClr val="tx2"/>
                </a:solidFill>
                <a:latin typeface="Calibri"/>
                <a:ea typeface="Calibri"/>
                <a:cs typeface="Calibri"/>
              </a:rPr>
              <a:t>and GitHub profile URLs </a:t>
            </a:r>
            <a:r>
              <a:rPr lang="en-US" sz="2400" b="1">
                <a:solidFill>
                  <a:schemeClr val="tx2"/>
                </a:solidFill>
                <a:latin typeface="Calibri"/>
                <a:ea typeface="Calibri"/>
                <a:cs typeface="Calibri"/>
              </a:rPr>
              <a:t>:</a:t>
            </a:r>
            <a:endParaRPr/>
          </a:p>
          <a:p>
            <a:pPr marL="304800" lvl="0" indent="-342900">
              <a:buClr>
                <a:schemeClr val="bg1"/>
              </a:buClr>
              <a:buSzPts val="2400"/>
              <a:buFont typeface="Wingdings"/>
              <a:buChar char="§"/>
              <a:defRPr/>
            </a:pPr>
            <a:r>
              <a:rPr lang="en-US" sz="2400" b="1" i="0" u="none" strike="noStrike" cap="none">
                <a:solidFill>
                  <a:schemeClr val="tx2"/>
                </a:solidFill>
                <a:latin typeface="Calibri"/>
                <a:ea typeface="Calibri"/>
                <a:cs typeface="Calibri"/>
              </a:rPr>
              <a:t>Ganesh Gonge :</a:t>
            </a:r>
            <a:endParaRPr/>
          </a:p>
          <a:p>
            <a:pPr marL="304800" lvl="0" indent="-342900">
              <a:buClr>
                <a:schemeClr val="bg1"/>
              </a:buClr>
              <a:buSzPts val="2400"/>
              <a:buFont typeface="Wingdings"/>
              <a:buChar char="§"/>
              <a:defRPr/>
            </a:pPr>
            <a:r>
              <a:rPr lang="en-US" sz="2400" b="1">
                <a:solidFill>
                  <a:schemeClr val="tx2"/>
                </a:solidFill>
                <a:latin typeface="Calibri"/>
                <a:ea typeface="Calibri"/>
                <a:cs typeface="Calibri"/>
              </a:rPr>
              <a:t>LinkedIn : </a:t>
            </a:r>
            <a:r>
              <a:rPr lang="en-US" sz="2400" b="1" u="sng">
                <a:solidFill>
                  <a:schemeClr val="tx2"/>
                </a:solidFill>
                <a:latin typeface="Calibri"/>
                <a:ea typeface="Calibri"/>
                <a:cs typeface="Calibri"/>
                <a:hlinkClick r:id="rId4" tooltip=""/>
              </a:rPr>
              <a:t>https://www.linkedin.com/in/ganesh-gonge-369a24277/</a:t>
            </a:r>
            <a:endParaRPr lang="en-US" sz="2400" b="1">
              <a:solidFill>
                <a:schemeClr val="tx2"/>
              </a:solidFill>
              <a:latin typeface="Calibri"/>
              <a:ea typeface="Calibri"/>
              <a:cs typeface="Calibri"/>
            </a:endParaRPr>
          </a:p>
          <a:p>
            <a:pPr marL="304800" lvl="0" indent="-342900">
              <a:buClr>
                <a:schemeClr val="bg1"/>
              </a:buClr>
              <a:buSzPts val="2400"/>
              <a:buFont typeface="Wingdings"/>
              <a:buChar char="§"/>
              <a:defRPr/>
            </a:pPr>
            <a:r>
              <a:rPr lang="en-US" sz="2400" b="1" i="0" u="none" strike="noStrike" cap="none">
                <a:solidFill>
                  <a:schemeClr val="tx2"/>
                </a:solidFill>
                <a:latin typeface="Calibri"/>
                <a:ea typeface="Calibri"/>
                <a:cs typeface="Calibri"/>
              </a:rPr>
              <a:t>GitHub :   </a:t>
            </a:r>
            <a:r>
              <a:rPr lang="en-US" sz="2400" b="1" i="0" u="sng" strike="noStrike" cap="none">
                <a:solidFill>
                  <a:schemeClr val="tx2"/>
                </a:solidFill>
                <a:latin typeface="Calibri"/>
                <a:ea typeface="Calibri"/>
                <a:cs typeface="Calibri"/>
                <a:hlinkClick r:id="rId5" tooltip=""/>
              </a:rPr>
              <a:t>https://github.com/ggonge16-star</a:t>
            </a:r>
            <a:endParaRPr lang="en-US" sz="2400" b="1">
              <a:solidFill>
                <a:schemeClr val="tx2"/>
              </a:solidFill>
              <a:latin typeface="Calibri"/>
              <a:ea typeface="Calibri"/>
              <a:cs typeface="Calibri"/>
            </a:endParaRPr>
          </a:p>
          <a:p>
            <a:pPr lvl="0">
              <a:defRPr/>
            </a:pPr>
            <a:endParaRPr lang="en-US" sz="2400" b="1">
              <a:solidFill>
                <a:schemeClr val="tx2"/>
              </a:solidFill>
              <a:latin typeface="Calibri"/>
              <a:ea typeface="Calibri"/>
              <a:cs typeface="Calibri"/>
            </a:endParaRPr>
          </a:p>
        </p:txBody>
      </p:sp>
      <p:sp>
        <p:nvSpPr>
          <p:cNvPr id="1810934669" name="Google Shape;105;p3"/>
          <p:cNvSpPr txBox="1"/>
          <p:nvPr/>
        </p:nvSpPr>
        <p:spPr bwMode="auto">
          <a:xfrm>
            <a:off x="100110" y="102656"/>
            <a:ext cx="6099462"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defRPr/>
            </a:pPr>
            <a:r>
              <a:rPr lang="en-IN" sz="3200" b="0" i="0" u="none" strike="noStrike" cap="none">
                <a:solidFill>
                  <a:srgbClr val="FF0000"/>
                </a:solidFill>
                <a:latin typeface="Lato Black"/>
                <a:ea typeface="Lato Black"/>
                <a:cs typeface="Lato Black"/>
              </a:rPr>
              <a:t>About </a:t>
            </a:r>
            <a:r>
              <a:rPr lang="en-IN" sz="3200">
                <a:solidFill>
                  <a:srgbClr val="FF0000"/>
                </a:solidFill>
                <a:latin typeface="Lato Black"/>
                <a:ea typeface="Lato Black"/>
                <a:cs typeface="Lato Black"/>
              </a:rPr>
              <a:t>Us</a:t>
            </a:r>
            <a:endParaRPr sz="1800" b="0" i="0" u="none" strike="noStrike" cap="none">
              <a:solidFill>
                <a:srgbClr val="FF0000"/>
              </a:solidFill>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10934669"/>
                                        </p:tgtEl>
                                        <p:attrNameLst>
                                          <p:attrName>style.visibility</p:attrName>
                                        </p:attrNameLst>
                                      </p:cBhvr>
                                      <p:to>
                                        <p:strVal val="visible"/>
                                      </p:to>
                                    </p:set>
                                    <p:animEffect transition="in" filter="fade">
                                      <p:cBhvr>
                                        <p:cTn id="7" dur="500"/>
                                        <p:tgtEl>
                                          <p:spTgt spid="1810934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718898452" name="Title 1"/>
          <p:cNvSpPr>
            <a:spLocks noGrp="1"/>
          </p:cNvSpPr>
          <p:nvPr>
            <p:ph type="title"/>
          </p:nvPr>
        </p:nvSpPr>
        <p:spPr bwMode="auto">
          <a:xfrm>
            <a:off x="305938" y="0"/>
            <a:ext cx="10515600" cy="1325563"/>
          </a:xfrm>
        </p:spPr>
        <p:txBody>
          <a:bodyPr/>
          <a:lstStyle/>
          <a:p>
            <a:pPr>
              <a:buClr>
                <a:schemeClr val="bg1"/>
              </a:buClr>
              <a:defRPr/>
            </a:pPr>
            <a:r>
              <a:rPr lang="en-IN" b="1">
                <a:solidFill>
                  <a:srgbClr val="FF0000"/>
                </a:solidFill>
              </a:rPr>
              <a:t>Agenda</a:t>
            </a:r>
            <a:endParaRPr lang="en-IN"/>
          </a:p>
        </p:txBody>
      </p:sp>
      <p:sp>
        <p:nvSpPr>
          <p:cNvPr id="211127598" name="Text Placeholder 2"/>
          <p:cNvSpPr>
            <a:spLocks noGrp="1"/>
          </p:cNvSpPr>
          <p:nvPr>
            <p:ph type="body" idx="1"/>
          </p:nvPr>
        </p:nvSpPr>
        <p:spPr bwMode="auto">
          <a:xfrm>
            <a:off x="469710" y="1325563"/>
            <a:ext cx="10515600" cy="4351338"/>
          </a:xfrm>
        </p:spPr>
        <p:txBody>
          <a:bodyPr>
            <a:normAutofit lnSpcReduction="10000"/>
          </a:bodyPr>
          <a:lstStyle/>
          <a:p>
            <a:pPr lvl="0" indent="-431799">
              <a:buClr>
                <a:schemeClr val="bg1"/>
              </a:buClr>
              <a:buSzPts val="2400"/>
              <a:buFont typeface="Wingdings"/>
              <a:buChar char="q"/>
              <a:defRPr/>
            </a:pPr>
            <a:r>
              <a:rPr lang="en-US" b="1">
                <a:solidFill>
                  <a:schemeClr val="tx2"/>
                </a:solidFill>
              </a:rPr>
              <a:t>Project Overview :</a:t>
            </a:r>
            <a:endParaRPr/>
          </a:p>
          <a:p>
            <a:pPr marL="1225550" lvl="2" indent="-285750">
              <a:buClr>
                <a:schemeClr val="bg1"/>
              </a:buClr>
              <a:buSzPts val="2400"/>
              <a:buFont typeface="Wingdings"/>
              <a:buChar char="§"/>
              <a:defRPr/>
            </a:pPr>
            <a:r>
              <a:rPr lang="en-US" sz="2800" b="1">
                <a:solidFill>
                  <a:schemeClr val="tx2"/>
                </a:solidFill>
              </a:rPr>
              <a:t>Data Overview</a:t>
            </a:r>
            <a:endParaRPr/>
          </a:p>
          <a:p>
            <a:pPr marL="1225550" lvl="2" indent="-285750">
              <a:spcBef>
                <a:spcPts val="1000"/>
              </a:spcBef>
              <a:buClr>
                <a:schemeClr val="bg1"/>
              </a:buClr>
              <a:buSzPts val="2400"/>
              <a:buFont typeface="Wingdings"/>
              <a:buChar char="§"/>
              <a:defRPr/>
            </a:pPr>
            <a:r>
              <a:rPr lang="en-US" sz="2800" b="1">
                <a:solidFill>
                  <a:schemeClr val="tx2"/>
                </a:solidFill>
              </a:rPr>
              <a:t>Dataset Purpose</a:t>
            </a:r>
            <a:endParaRPr/>
          </a:p>
          <a:p>
            <a:pPr marL="482600" lvl="0" indent="-457200">
              <a:buClr>
                <a:schemeClr val="bg1"/>
              </a:buClr>
              <a:buSzPts val="2400"/>
              <a:buFont typeface="Wingdings"/>
              <a:buChar char="q"/>
              <a:defRPr/>
            </a:pPr>
            <a:r>
              <a:rPr lang="en-US" b="1">
                <a:solidFill>
                  <a:schemeClr val="tx2"/>
                </a:solidFill>
              </a:rPr>
              <a:t>Data Preparation</a:t>
            </a:r>
            <a:endParaRPr/>
          </a:p>
          <a:p>
            <a:pPr lvl="0" indent="-431799">
              <a:buClr>
                <a:schemeClr val="bg1"/>
              </a:buClr>
              <a:buSzPts val="2400"/>
              <a:buFont typeface="Wingdings"/>
              <a:buChar char="q"/>
              <a:defRPr/>
            </a:pPr>
            <a:r>
              <a:rPr lang="en-US" b="1">
                <a:solidFill>
                  <a:schemeClr val="tx2"/>
                </a:solidFill>
              </a:rPr>
              <a:t>Data Model &amp; Relationship View</a:t>
            </a:r>
            <a:endParaRPr/>
          </a:p>
          <a:p>
            <a:pPr marL="482600" indent="-457200">
              <a:buClr>
                <a:schemeClr val="bg1"/>
              </a:buClr>
              <a:buSzPts val="2400"/>
              <a:buFont typeface="Wingdings"/>
              <a:buChar char="q"/>
              <a:defRPr/>
            </a:pPr>
            <a:r>
              <a:rPr lang="en-US" b="1">
                <a:solidFill>
                  <a:schemeClr val="tx2"/>
                </a:solidFill>
              </a:rPr>
              <a:t>Key Visuals &amp; Insights</a:t>
            </a:r>
            <a:endParaRPr/>
          </a:p>
          <a:p>
            <a:pPr lvl="0" indent="-431799">
              <a:buClr>
                <a:schemeClr val="bg1"/>
              </a:buClr>
              <a:buSzPts val="2400"/>
              <a:buFont typeface="Wingdings"/>
              <a:buChar char="q"/>
              <a:defRPr/>
            </a:pPr>
            <a:r>
              <a:rPr lang="en-US" b="1">
                <a:solidFill>
                  <a:schemeClr val="tx2"/>
                </a:solidFill>
              </a:rPr>
              <a:t>Final Dashboard</a:t>
            </a:r>
            <a:endParaRPr/>
          </a:p>
          <a:p>
            <a:pPr lvl="0" indent="-431799">
              <a:buClr>
                <a:schemeClr val="bg1"/>
              </a:buClr>
              <a:buSzPts val="2400"/>
              <a:buFont typeface="Wingdings"/>
              <a:buChar char="q"/>
              <a:defRPr/>
            </a:pPr>
            <a:r>
              <a:rPr lang="en-US" b="1">
                <a:solidFill>
                  <a:schemeClr val="tx2"/>
                </a:solidFill>
              </a:rPr>
              <a:t>Business Insights</a:t>
            </a:r>
            <a:endParaRPr/>
          </a:p>
          <a:p>
            <a:pPr lvl="0" indent="-431799">
              <a:buClr>
                <a:schemeClr val="bg1"/>
              </a:buClr>
              <a:buSzPts val="2400"/>
              <a:buFont typeface="Wingdings"/>
              <a:buChar char="q"/>
              <a:defRPr/>
            </a:pPr>
            <a:r>
              <a:rPr lang="en-US" b="1">
                <a:solidFill>
                  <a:schemeClr val="tx2"/>
                </a:solidFill>
              </a:rPr>
              <a:t>Conclusion</a:t>
            </a:r>
            <a:endParaRPr lang="en-US">
              <a:solidFill>
                <a:schemeClr val="tx2"/>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377004708" name="Title 1"/>
          <p:cNvSpPr>
            <a:spLocks noGrp="1"/>
          </p:cNvSpPr>
          <p:nvPr>
            <p:ph type="title"/>
          </p:nvPr>
        </p:nvSpPr>
        <p:spPr bwMode="auto">
          <a:xfrm>
            <a:off x="0" y="-13646"/>
            <a:ext cx="10515600" cy="791570"/>
          </a:xfrm>
        </p:spPr>
        <p:txBody>
          <a:bodyPr>
            <a:normAutofit/>
          </a:bodyPr>
          <a:lstStyle/>
          <a:p>
            <a:pPr>
              <a:defRPr/>
            </a:pPr>
            <a:r>
              <a:rPr lang="en-US" sz="3600" b="1">
                <a:solidFill>
                  <a:srgbClr val="FF0000"/>
                </a:solidFill>
              </a:rPr>
              <a:t>Project </a:t>
            </a:r>
            <a:r>
              <a:rPr lang="en-US" sz="3600" b="1">
                <a:solidFill>
                  <a:srgbClr val="FF0000"/>
                </a:solidFill>
              </a:rPr>
              <a:t>Overview</a:t>
            </a:r>
            <a:endParaRPr lang="en-IN" sz="3600"/>
          </a:p>
        </p:txBody>
      </p:sp>
      <p:sp>
        <p:nvSpPr>
          <p:cNvPr id="401476389" name="Rectangle 2"/>
          <p:cNvSpPr/>
          <p:nvPr/>
        </p:nvSpPr>
        <p:spPr bwMode="auto">
          <a:xfrm>
            <a:off x="0" y="996288"/>
            <a:ext cx="11764370" cy="3877985"/>
          </a:xfrm>
          <a:prstGeom prst="rect">
            <a:avLst/>
          </a:prstGeom>
        </p:spPr>
        <p:txBody>
          <a:bodyPr wrap="square">
            <a:spAutoFit/>
          </a:bodyPr>
          <a:lstStyle/>
          <a:p>
            <a:pPr marL="457200" indent="-457200">
              <a:buClr>
                <a:schemeClr val="bg1"/>
              </a:buClr>
              <a:buFont typeface="Wingdings"/>
              <a:buChar char="q"/>
              <a:defRPr/>
            </a:pPr>
            <a:r>
              <a:rPr lang="en-US" sz="2800" b="1">
                <a:solidFill>
                  <a:schemeClr val="tx2"/>
                </a:solidFill>
                <a:latin typeface="Calibri"/>
                <a:cs typeface="Calibri"/>
              </a:rPr>
              <a:t>Data Overview/Brief </a:t>
            </a:r>
            <a:r>
              <a:rPr lang="en-US" sz="2800" b="1">
                <a:solidFill>
                  <a:schemeClr val="tx2"/>
                </a:solidFill>
                <a:latin typeface="Calibri"/>
                <a:cs typeface="Calibri"/>
              </a:rPr>
              <a:t>:</a:t>
            </a:r>
            <a:endParaRPr/>
          </a:p>
          <a:p>
            <a:pPr algn="just">
              <a:defRPr/>
            </a:pPr>
            <a:endParaRPr lang="en-US" sz="2800" b="1">
              <a:solidFill>
                <a:schemeClr val="tx2"/>
              </a:solidFill>
            </a:endParaRPr>
          </a:p>
          <a:p>
            <a:pPr marL="342900" indent="-342900" algn="just">
              <a:buClr>
                <a:schemeClr val="bg1"/>
              </a:buClr>
              <a:buFont typeface="Wingdings"/>
              <a:buChar char="§"/>
              <a:defRPr/>
            </a:pPr>
            <a:r>
              <a:rPr lang="en-US" sz="2400">
                <a:solidFill>
                  <a:schemeClr val="tx2"/>
                </a:solidFill>
                <a:latin typeface="Calibri"/>
                <a:cs typeface="Calibri"/>
              </a:rPr>
              <a:t>The </a:t>
            </a:r>
            <a:r>
              <a:rPr lang="en-US" sz="2400">
                <a:solidFill>
                  <a:schemeClr val="tx2"/>
                </a:solidFill>
                <a:latin typeface="Calibri"/>
                <a:cs typeface="Calibri"/>
              </a:rPr>
              <a:t>dataset is sourced from IMDB movie records and contains detailed information about movies released over multiple years. Each record includes attributes such as movie title, release year, genre, runtime, rating, revenue, votes, directors, and actors. Since some columns contained multiple values (such as genres and actors), the dataset was normalized into multiple related tables to ensure accurate analysis.</a:t>
            </a:r>
            <a:endParaRPr/>
          </a:p>
          <a:p>
            <a:pPr algn="just">
              <a:defRPr/>
            </a:pPr>
            <a:endParaRPr lang="en-US">
              <a:solidFill>
                <a:schemeClr val="tx2"/>
              </a:solidFill>
            </a:endParaRPr>
          </a:p>
          <a:p>
            <a:pPr marL="457200" indent="-457200" algn="just">
              <a:buClr>
                <a:schemeClr val="bg1"/>
              </a:buClr>
              <a:buFont typeface="Wingdings"/>
              <a:buChar char="q"/>
              <a:defRPr/>
            </a:pPr>
            <a:r>
              <a:rPr lang="en-US" sz="2800" b="1">
                <a:solidFill>
                  <a:schemeClr val="tx2"/>
                </a:solidFill>
                <a:latin typeface="Calibri"/>
                <a:cs typeface="Calibri"/>
              </a:rPr>
              <a:t>Dataset Purpose </a:t>
            </a:r>
            <a:r>
              <a:rPr lang="en-US" sz="2800" b="1">
                <a:solidFill>
                  <a:schemeClr val="tx2"/>
                </a:solidFill>
                <a:latin typeface="Calibri"/>
                <a:cs typeface="Calibri"/>
              </a:rPr>
              <a:t>:</a:t>
            </a:r>
            <a:endParaRPr/>
          </a:p>
          <a:p>
            <a:pPr algn="just">
              <a:defRPr/>
            </a:pPr>
            <a:endParaRPr lang="en-US" b="1"/>
          </a:p>
          <a:p>
            <a:pPr algn="just">
              <a:defRPr/>
            </a:pPr>
            <a:endParaRPr lang="en-US" b="1"/>
          </a:p>
        </p:txBody>
      </p:sp>
      <p:sp>
        <p:nvSpPr>
          <p:cNvPr id="1552197594" name="Rectangle 1"/>
          <p:cNvSpPr>
            <a:spLocks noChangeArrowheads="1"/>
          </p:cNvSpPr>
          <p:nvPr/>
        </p:nvSpPr>
        <p:spPr bwMode="auto">
          <a:xfrm>
            <a:off x="457200" y="4566398"/>
            <a:ext cx="11614245" cy="1938992"/>
          </a:xfrm>
          <a:prstGeom prst="rect">
            <a:avLst/>
          </a:prstGeom>
          <a:noFill/>
          <a:ln>
            <a:noFill/>
          </a:ln>
          <a:effectLst/>
        </p:spPr>
        <p:txBody>
          <a:bodyPr vert="horz" wrap="square" lIns="91440" tIns="45720" rIns="91440" bIns="45720" numCol="1" anchor="ctr" anchorCtr="0" compatLnSpc="1">
            <a:prstTxWarp prst="textNoShape"/>
            <a:spAutoFit/>
          </a:bodyPr>
          <a:lstStyle/>
          <a:p>
            <a:pPr marL="342900" marR="0" lvl="0" indent="-342900" algn="just" defTabSz="914400" rtl="0">
              <a:lnSpc>
                <a:spcPct val="100000"/>
              </a:lnSpc>
              <a:spcBef>
                <a:spcPts val="0"/>
              </a:spcBef>
              <a:spcAft>
                <a:spcPts val="0"/>
              </a:spcAft>
              <a:buClrTx/>
              <a:buSzTx/>
              <a:buFont typeface="Wingdings"/>
              <a:buChar char="§"/>
              <a:defRPr/>
            </a:pPr>
            <a:r>
              <a:rPr lang="en-US" sz="2400" i="0" u="none" strike="noStrike" cap="none">
                <a:ln>
                  <a:noFill/>
                </a:ln>
                <a:solidFill>
                  <a:schemeClr val="tx2"/>
                </a:solidFill>
                <a:latin typeface="Calibri"/>
                <a:cs typeface="Calibri"/>
              </a:rPr>
              <a:t>Find out which genres, actors, and directors are most popular</a:t>
            </a:r>
            <a:endParaRPr/>
          </a:p>
          <a:p>
            <a:pPr marL="342900" marR="0" lvl="0" indent="-342900" algn="just" defTabSz="914400" rtl="0">
              <a:lnSpc>
                <a:spcPct val="100000"/>
              </a:lnSpc>
              <a:spcBef>
                <a:spcPts val="0"/>
              </a:spcBef>
              <a:spcAft>
                <a:spcPts val="0"/>
              </a:spcAft>
              <a:buClrTx/>
              <a:buSzTx/>
              <a:buFont typeface="Wingdings"/>
              <a:buChar char="§"/>
              <a:defRPr/>
            </a:pPr>
            <a:r>
              <a:rPr lang="en-US" sz="2400" i="0" u="none" strike="noStrike" cap="none">
                <a:ln>
                  <a:noFill/>
                </a:ln>
                <a:solidFill>
                  <a:schemeClr val="tx2"/>
                </a:solidFill>
                <a:latin typeface="Calibri"/>
                <a:cs typeface="Calibri"/>
              </a:rPr>
              <a:t>Study how movie box office revenue changes over time</a:t>
            </a:r>
            <a:endParaRPr/>
          </a:p>
          <a:p>
            <a:pPr marL="342900" marR="0" lvl="0" indent="-342900" algn="just" defTabSz="914400" rtl="0">
              <a:lnSpc>
                <a:spcPct val="100000"/>
              </a:lnSpc>
              <a:spcBef>
                <a:spcPts val="0"/>
              </a:spcBef>
              <a:spcAft>
                <a:spcPts val="0"/>
              </a:spcAft>
              <a:buClrTx/>
              <a:buSzTx/>
              <a:buFont typeface="Wingdings"/>
              <a:buChar char="§"/>
              <a:defRPr/>
            </a:pPr>
            <a:r>
              <a:rPr lang="en-US" sz="2400" i="0" u="none" strike="noStrike" cap="none">
                <a:ln>
                  <a:noFill/>
                </a:ln>
                <a:solidFill>
                  <a:schemeClr val="tx2"/>
                </a:solidFill>
                <a:latin typeface="Calibri"/>
                <a:cs typeface="Calibri"/>
              </a:rPr>
              <a:t>Understand audience interest using movie ratings and votes</a:t>
            </a:r>
            <a:endParaRPr/>
          </a:p>
          <a:p>
            <a:pPr marL="342900" marR="0" lvl="0" indent="-342900" algn="just" defTabSz="914400" rtl="0">
              <a:lnSpc>
                <a:spcPct val="100000"/>
              </a:lnSpc>
              <a:spcBef>
                <a:spcPts val="0"/>
              </a:spcBef>
              <a:spcAft>
                <a:spcPts val="0"/>
              </a:spcAft>
              <a:buClrTx/>
              <a:buSzTx/>
              <a:buFont typeface="Wingdings"/>
              <a:buChar char="§"/>
              <a:defRPr/>
            </a:pPr>
            <a:r>
              <a:rPr lang="en-US" sz="2400" i="0" u="none" strike="noStrike" cap="none">
                <a:ln>
                  <a:noFill/>
                </a:ln>
                <a:solidFill>
                  <a:schemeClr val="tx2"/>
                </a:solidFill>
                <a:latin typeface="Calibri"/>
                <a:cs typeface="Calibri"/>
              </a:rPr>
              <a:t>Analyze how movie runtime, ratings, and revenue are related</a:t>
            </a:r>
            <a:endParaRPr/>
          </a:p>
          <a:p>
            <a:pPr marL="342900" marR="0" lvl="0" indent="-342900" algn="just" defTabSz="914400" rtl="0">
              <a:lnSpc>
                <a:spcPct val="100000"/>
              </a:lnSpc>
              <a:spcBef>
                <a:spcPts val="0"/>
              </a:spcBef>
              <a:spcAft>
                <a:spcPts val="0"/>
              </a:spcAft>
              <a:buClrTx/>
              <a:buSzTx/>
              <a:buFont typeface="Wingdings"/>
              <a:buChar char="§"/>
              <a:defRPr/>
            </a:pPr>
            <a:r>
              <a:rPr lang="en-US" sz="2400" i="0" u="none" strike="noStrike" cap="none">
                <a:ln>
                  <a:noFill/>
                </a:ln>
                <a:solidFill>
                  <a:schemeClr val="tx2"/>
                </a:solidFill>
                <a:latin typeface="Calibri"/>
                <a:cs typeface="Calibri"/>
              </a:rPr>
              <a:t>Present clear insights using interactive visualizations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823695133" name="Title 1"/>
          <p:cNvSpPr>
            <a:spLocks noGrp="1"/>
          </p:cNvSpPr>
          <p:nvPr>
            <p:ph type="title"/>
          </p:nvPr>
        </p:nvSpPr>
        <p:spPr bwMode="auto">
          <a:xfrm>
            <a:off x="109182" y="1"/>
            <a:ext cx="10562230" cy="928048"/>
          </a:xfrm>
        </p:spPr>
        <p:txBody>
          <a:bodyPr>
            <a:normAutofit/>
          </a:bodyPr>
          <a:lstStyle/>
          <a:p>
            <a:pPr>
              <a:defRPr/>
            </a:pPr>
            <a:r>
              <a:rPr lang="en-US" sz="3600" b="1">
                <a:solidFill>
                  <a:srgbClr val="FF0000"/>
                </a:solidFill>
              </a:rPr>
              <a:t>Data Preparation</a:t>
            </a:r>
            <a:endParaRPr lang="en-IN" sz="3600" b="1">
              <a:solidFill>
                <a:srgbClr val="FF0000"/>
              </a:solidFill>
            </a:endParaRPr>
          </a:p>
        </p:txBody>
      </p:sp>
      <p:sp>
        <p:nvSpPr>
          <p:cNvPr id="1964278745" name="Rectangle 1"/>
          <p:cNvSpPr>
            <a:spLocks noChangeArrowheads="1" noGrp="1"/>
          </p:cNvSpPr>
          <p:nvPr>
            <p:ph type="body" idx="1"/>
          </p:nvPr>
        </p:nvSpPr>
        <p:spPr bwMode="auto">
          <a:xfrm>
            <a:off x="109182" y="983120"/>
            <a:ext cx="11068334" cy="1908215"/>
          </a:xfrm>
          <a:prstGeom prst="rect">
            <a:avLst/>
          </a:prstGeom>
          <a:noFill/>
          <a:ln>
            <a:noFill/>
          </a:ln>
          <a:effectLst/>
        </p:spPr>
        <p:txBody>
          <a:bodyPr vert="horz" wrap="square" lIns="91440" tIns="45720" rIns="91440" bIns="45720" numCol="1" anchor="ctr" anchorCtr="0" compatLnSpc="1">
            <a:prstTxWarp prst="textNoShape"/>
            <a:spAutoFit/>
          </a:bodyPr>
          <a:lstStyle/>
          <a:p>
            <a:pPr marL="342900" algn="just">
              <a:lnSpc>
                <a:spcPct val="100000"/>
              </a:lnSpc>
              <a:spcBef>
                <a:spcPts val="0"/>
              </a:spcBef>
              <a:spcAft>
                <a:spcPts val="0"/>
              </a:spcAft>
              <a:buClrTx/>
              <a:buSzTx/>
              <a:buFont typeface="Wingdings"/>
              <a:buChar char="q"/>
              <a:defRPr/>
            </a:pPr>
            <a:r>
              <a:rPr lang="en-US" sz="2000">
                <a:solidFill>
                  <a:schemeClr val="bg1"/>
                </a:solidFill>
                <a:latin typeface="Calibri"/>
                <a:cs typeface="Calibri"/>
              </a:rPr>
              <a:t> We cleaned </a:t>
            </a:r>
            <a:r>
              <a:rPr lang="en-US" sz="2000">
                <a:solidFill>
                  <a:schemeClr val="bg1"/>
                </a:solidFill>
                <a:latin typeface="Calibri"/>
                <a:cs typeface="Calibri"/>
              </a:rPr>
              <a:t>the dataset by removing duplicates, handling missing values, and </a:t>
            </a:r>
            <a:r>
              <a:rPr lang="en-US" sz="2000">
                <a:solidFill>
                  <a:schemeClr val="bg1"/>
                </a:solidFill>
                <a:latin typeface="Calibri"/>
                <a:cs typeface="Calibri"/>
              </a:rPr>
              <a:t>correcting data </a:t>
            </a:r>
            <a:r>
              <a:rPr lang="en-US" sz="2000">
                <a:solidFill>
                  <a:schemeClr val="bg1"/>
                </a:solidFill>
                <a:latin typeface="Calibri"/>
                <a:cs typeface="Calibri"/>
              </a:rPr>
              <a:t>types. </a:t>
            </a:r>
            <a:endParaRPr lang="en-US" sz="2000">
              <a:solidFill>
                <a:schemeClr val="bg1"/>
              </a:solidFill>
              <a:latin typeface="Calibri"/>
              <a:cs typeface="Calibri"/>
            </a:endParaRPr>
          </a:p>
          <a:p>
            <a:pPr marL="342900" algn="just">
              <a:lnSpc>
                <a:spcPct val="100000"/>
              </a:lnSpc>
              <a:spcBef>
                <a:spcPts val="0"/>
              </a:spcBef>
              <a:spcAft>
                <a:spcPts val="0"/>
              </a:spcAft>
              <a:buClrTx/>
              <a:buSzTx/>
              <a:buFont typeface="Wingdings"/>
              <a:buChar char="q"/>
              <a:defRPr/>
            </a:pPr>
            <a:endParaRPr lang="en-US" sz="2000">
              <a:solidFill>
                <a:schemeClr val="bg1"/>
              </a:solidFill>
              <a:latin typeface="Calibri"/>
              <a:cs typeface="Calibri"/>
            </a:endParaRPr>
          </a:p>
          <a:p>
            <a:pPr marL="342900" algn="just">
              <a:lnSpc>
                <a:spcPct val="100000"/>
              </a:lnSpc>
              <a:spcBef>
                <a:spcPts val="0"/>
              </a:spcBef>
              <a:spcAft>
                <a:spcPts val="0"/>
              </a:spcAft>
              <a:buClrTx/>
              <a:buSzTx/>
              <a:buFont typeface="Wingdings"/>
              <a:buChar char="q"/>
              <a:defRPr/>
            </a:pPr>
            <a:r>
              <a:rPr lang="en-US" sz="2000">
                <a:solidFill>
                  <a:schemeClr val="bg1"/>
                </a:solidFill>
                <a:latin typeface="Calibri"/>
                <a:cs typeface="Calibri"/>
              </a:rPr>
              <a:t> Multi-value </a:t>
            </a:r>
            <a:r>
              <a:rPr lang="en-US" sz="2000">
                <a:solidFill>
                  <a:schemeClr val="bg1"/>
                </a:solidFill>
                <a:latin typeface="Calibri"/>
                <a:cs typeface="Calibri"/>
              </a:rPr>
              <a:t>columns like genres and actors were split into separate </a:t>
            </a:r>
            <a:r>
              <a:rPr lang="en-US" sz="2000">
                <a:solidFill>
                  <a:schemeClr val="bg1"/>
                </a:solidFill>
                <a:latin typeface="Calibri"/>
                <a:cs typeface="Calibri"/>
              </a:rPr>
              <a:t>tables</a:t>
            </a:r>
            <a:r>
              <a:rPr lang="en-US" sz="2000">
                <a:solidFill>
                  <a:schemeClr val="bg1"/>
                </a:solidFill>
                <a:latin typeface="Calibri"/>
                <a:cs typeface="Calibri"/>
              </a:rPr>
              <a:t> </a:t>
            </a:r>
            <a:r>
              <a:rPr lang="en-US" sz="2000">
                <a:solidFill>
                  <a:schemeClr val="bg1"/>
                </a:solidFill>
                <a:latin typeface="Calibri"/>
                <a:cs typeface="Calibri"/>
              </a:rPr>
              <a:t>.</a:t>
            </a:r>
            <a:endParaRPr/>
          </a:p>
          <a:p>
            <a:pPr marL="342900" algn="just">
              <a:lnSpc>
                <a:spcPct val="100000"/>
              </a:lnSpc>
              <a:spcBef>
                <a:spcPts val="0"/>
              </a:spcBef>
              <a:spcAft>
                <a:spcPts val="0"/>
              </a:spcAft>
              <a:buClrTx/>
              <a:buSzTx/>
              <a:buFont typeface="Wingdings"/>
              <a:buChar char="q"/>
              <a:defRPr/>
            </a:pPr>
            <a:endParaRPr lang="en-US" sz="2000">
              <a:solidFill>
                <a:schemeClr val="bg1"/>
              </a:solidFill>
              <a:latin typeface="Calibri"/>
              <a:cs typeface="Calibri"/>
            </a:endParaRPr>
          </a:p>
          <a:p>
            <a:pPr marL="342900" algn="just">
              <a:lnSpc>
                <a:spcPct val="100000"/>
              </a:lnSpc>
              <a:spcBef>
                <a:spcPts val="0"/>
              </a:spcBef>
              <a:spcAft>
                <a:spcPts val="0"/>
              </a:spcAft>
              <a:buClrTx/>
              <a:buSzTx/>
              <a:buFont typeface="Wingdings"/>
              <a:buChar char="q"/>
              <a:defRPr/>
            </a:pPr>
            <a:r>
              <a:rPr lang="en-US" sz="2000">
                <a:solidFill>
                  <a:schemeClr val="bg1"/>
                </a:solidFill>
                <a:latin typeface="Calibri"/>
                <a:cs typeface="Calibri"/>
              </a:rPr>
              <a:t> This is the dataset after removing null and duplicate values</a:t>
            </a:r>
            <a:endParaRPr lang="en-US" sz="2000">
              <a:solidFill>
                <a:schemeClr val="bg1"/>
              </a:solidFill>
              <a:latin typeface="Calibri"/>
              <a:cs typeface="Calibri"/>
            </a:endParaRPr>
          </a:p>
          <a:p>
            <a:pPr marL="0" indent="0" algn="just">
              <a:lnSpc>
                <a:spcPct val="100000"/>
              </a:lnSpc>
              <a:spcBef>
                <a:spcPts val="0"/>
              </a:spcBef>
              <a:spcAft>
                <a:spcPts val="0"/>
              </a:spcAft>
              <a:buClrTx/>
              <a:buSzTx/>
              <a:buFontTx/>
              <a:buChar char="•"/>
              <a:defRPr/>
            </a:pPr>
            <a:endParaRPr lang="en-US" sz="1800" i="0" u="none" strike="noStrike" cap="none">
              <a:ln>
                <a:noFill/>
              </a:ln>
              <a:solidFill>
                <a:schemeClr val="tx1"/>
              </a:solidFill>
              <a:latin typeface="Arial"/>
            </a:endParaRPr>
          </a:p>
        </p:txBody>
      </p:sp>
      <p:pic>
        <p:nvPicPr>
          <p:cNvPr id="1507712224" name="Picture 5"/>
          <p:cNvPicPr>
            <a:picLocks noChangeAspect="1"/>
          </p:cNvPicPr>
          <p:nvPr/>
        </p:nvPicPr>
        <p:blipFill rotWithShape="1">
          <a:blip r:embed="rId4"/>
          <a:stretch/>
        </p:blipFill>
        <p:spPr bwMode="auto">
          <a:xfrm>
            <a:off x="545909" y="2946408"/>
            <a:ext cx="11027391" cy="31617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1551712041" name="Rectangle 1"/>
          <p:cNvSpPr>
            <a:spLocks noChangeArrowheads="1" noGrp="1"/>
          </p:cNvSpPr>
          <p:nvPr>
            <p:ph type="title"/>
          </p:nvPr>
        </p:nvSpPr>
        <p:spPr bwMode="auto">
          <a:xfrm>
            <a:off x="810905" y="356302"/>
            <a:ext cx="9650398" cy="1015663"/>
          </a:xfrm>
          <a:prstGeom prst="rect">
            <a:avLst/>
          </a:prstGeom>
          <a:noFill/>
          <a:ln>
            <a:noFill/>
          </a:ln>
          <a:effectLst/>
        </p:spPr>
        <p:txBody>
          <a:bodyPr vert="horz" wrap="none" lIns="91440" tIns="45720" rIns="91440" bIns="45720" numCol="1" anchor="ctr" anchorCtr="0" compatLnSpc="1">
            <a:prstTxWarp prst="textNoShape"/>
            <a:spAutoFit/>
          </a:bodyPr>
          <a:lstStyle/>
          <a:p>
            <a:pPr marL="342900" marR="0" lvl="0" indent="-342900" algn="l" defTabSz="914400" rtl="0">
              <a:lnSpc>
                <a:spcPct val="100000"/>
              </a:lnSpc>
              <a:spcBef>
                <a:spcPts val="0"/>
              </a:spcBef>
              <a:spcAft>
                <a:spcPts val="0"/>
              </a:spcAft>
              <a:buClrTx/>
              <a:buSzTx/>
              <a:buFont typeface="Wingdings"/>
              <a:buChar char="§"/>
              <a:defRPr/>
            </a:pPr>
            <a:r>
              <a:rPr lang="en-US" sz="2000" i="0" u="none" strike="noStrike" cap="none">
                <a:ln>
                  <a:noFill/>
                </a:ln>
                <a:solidFill>
                  <a:schemeClr val="tx2"/>
                </a:solidFill>
                <a:latin typeface="Calibri"/>
                <a:cs typeface="Calibri"/>
              </a:rPr>
              <a:t>movies_main – contains movie-level details (title, year, runtime, revenue, rating, votes)</a:t>
            </a:r>
            <a:endParaRPr/>
          </a:p>
          <a:p>
            <a:pPr marL="342900" marR="0" lvl="0" indent="-342900" algn="l" defTabSz="914400" rtl="0">
              <a:lnSpc>
                <a:spcPct val="100000"/>
              </a:lnSpc>
              <a:spcBef>
                <a:spcPts val="0"/>
              </a:spcBef>
              <a:spcAft>
                <a:spcPts val="0"/>
              </a:spcAft>
              <a:buClrTx/>
              <a:buSzTx/>
              <a:buFont typeface="Wingdings"/>
              <a:buChar char="§"/>
              <a:defRPr/>
            </a:pPr>
            <a:r>
              <a:rPr lang="en-US" sz="2000" i="0" u="none" strike="noStrike" cap="none">
                <a:ln>
                  <a:noFill/>
                </a:ln>
                <a:solidFill>
                  <a:schemeClr val="tx2"/>
                </a:solidFill>
                <a:latin typeface="Calibri"/>
                <a:cs typeface="Calibri"/>
              </a:rPr>
              <a:t>movies genre – maps each movie to its genres</a:t>
            </a:r>
            <a:endParaRPr/>
          </a:p>
          <a:p>
            <a:pPr marL="342900" marR="0" lvl="0" indent="-342900" algn="l" defTabSz="914400" rtl="0">
              <a:lnSpc>
                <a:spcPct val="100000"/>
              </a:lnSpc>
              <a:spcBef>
                <a:spcPts val="0"/>
              </a:spcBef>
              <a:spcAft>
                <a:spcPts val="0"/>
              </a:spcAft>
              <a:buClrTx/>
              <a:buSzTx/>
              <a:buFont typeface="Wingdings"/>
              <a:buChar char="§"/>
              <a:defRPr/>
            </a:pPr>
            <a:r>
              <a:rPr lang="en-US" sz="2000" i="0" u="none" strike="noStrike" cap="none">
                <a:ln>
                  <a:noFill/>
                </a:ln>
                <a:solidFill>
                  <a:schemeClr val="tx2"/>
                </a:solidFill>
                <a:latin typeface="Calibri"/>
                <a:cs typeface="Calibri"/>
              </a:rPr>
              <a:t>movies actors – maps each movie to its actors</a:t>
            </a:r>
            <a:endParaRPr/>
          </a:p>
        </p:txBody>
      </p:sp>
      <p:pic>
        <p:nvPicPr>
          <p:cNvPr id="229328268" name="Picture 4"/>
          <p:cNvPicPr>
            <a:picLocks noChangeAspect="1"/>
          </p:cNvPicPr>
          <p:nvPr/>
        </p:nvPicPr>
        <p:blipFill rotWithShape="1">
          <a:blip r:embed="rId4"/>
          <a:stretch/>
        </p:blipFill>
        <p:spPr bwMode="auto">
          <a:xfrm>
            <a:off x="1023130" y="1814214"/>
            <a:ext cx="10058400" cy="2115169"/>
          </a:xfrm>
          <a:prstGeom prst="rect">
            <a:avLst/>
          </a:prstGeom>
        </p:spPr>
      </p:pic>
      <p:pic>
        <p:nvPicPr>
          <p:cNvPr id="2027077603" name="Picture 5"/>
          <p:cNvPicPr>
            <a:picLocks noChangeAspect="1"/>
          </p:cNvPicPr>
          <p:nvPr/>
        </p:nvPicPr>
        <p:blipFill rotWithShape="1">
          <a:blip r:embed="rId5"/>
          <a:stretch/>
        </p:blipFill>
        <p:spPr bwMode="auto">
          <a:xfrm>
            <a:off x="1023130" y="4158250"/>
            <a:ext cx="5077534" cy="1940001"/>
          </a:xfrm>
          <a:prstGeom prst="rect">
            <a:avLst/>
          </a:prstGeom>
        </p:spPr>
      </p:pic>
      <p:pic>
        <p:nvPicPr>
          <p:cNvPr id="735207655" name="Picture 6"/>
          <p:cNvPicPr>
            <a:picLocks noChangeAspect="1"/>
          </p:cNvPicPr>
          <p:nvPr/>
        </p:nvPicPr>
        <p:blipFill rotWithShape="1">
          <a:blip r:embed="rId6"/>
          <a:stretch/>
        </p:blipFill>
        <p:spPr bwMode="auto">
          <a:xfrm>
            <a:off x="6400914" y="4129670"/>
            <a:ext cx="4680616" cy="196858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1009607953" name="Title 1"/>
          <p:cNvSpPr>
            <a:spLocks noGrp="1"/>
          </p:cNvSpPr>
          <p:nvPr>
            <p:ph type="title"/>
          </p:nvPr>
        </p:nvSpPr>
        <p:spPr bwMode="auto">
          <a:xfrm>
            <a:off x="0" y="0"/>
            <a:ext cx="10515600" cy="781287"/>
          </a:xfrm>
        </p:spPr>
        <p:txBody>
          <a:bodyPr>
            <a:normAutofit/>
          </a:bodyPr>
          <a:lstStyle/>
          <a:p>
            <a:pPr>
              <a:defRPr/>
            </a:pPr>
            <a:r>
              <a:rPr lang="en-IN" sz="3600" b="1">
                <a:solidFill>
                  <a:srgbClr val="FF0000"/>
                </a:solidFill>
              </a:rPr>
              <a:t>Data Model &amp; Relationships View</a:t>
            </a:r>
            <a:endParaRPr lang="en-IN" sz="3600">
              <a:solidFill>
                <a:srgbClr val="FF0000"/>
              </a:solidFill>
            </a:endParaRPr>
          </a:p>
        </p:txBody>
      </p:sp>
      <p:sp>
        <p:nvSpPr>
          <p:cNvPr id="205614463" name="Text Placeholder 2"/>
          <p:cNvSpPr>
            <a:spLocks noGrp="1"/>
          </p:cNvSpPr>
          <p:nvPr>
            <p:ph type="body" idx="1"/>
          </p:nvPr>
        </p:nvSpPr>
        <p:spPr bwMode="auto">
          <a:xfrm>
            <a:off x="196756" y="890469"/>
            <a:ext cx="10515600" cy="4351338"/>
          </a:xfrm>
        </p:spPr>
        <p:txBody>
          <a:bodyPr>
            <a:normAutofit/>
          </a:bodyPr>
          <a:lstStyle/>
          <a:p>
            <a:pPr>
              <a:buClr>
                <a:schemeClr val="bg1"/>
              </a:buClr>
              <a:buFont typeface="Wingdings"/>
              <a:buChar char="§"/>
              <a:defRPr/>
            </a:pPr>
            <a:r>
              <a:rPr lang="en-US" sz="2400">
                <a:solidFill>
                  <a:schemeClr val="tx2"/>
                </a:solidFill>
              </a:rPr>
              <a:t>Created one-to-many relationships using </a:t>
            </a:r>
            <a:r>
              <a:rPr lang="en-US" sz="2400">
                <a:solidFill>
                  <a:schemeClr val="tx2"/>
                </a:solidFill>
              </a:rPr>
              <a:t>MovieID</a:t>
            </a:r>
            <a:endParaRPr lang="en-IN" sz="2400">
              <a:solidFill>
                <a:schemeClr val="tx2"/>
              </a:solidFill>
            </a:endParaRPr>
          </a:p>
          <a:p>
            <a:pPr>
              <a:buClr>
                <a:schemeClr val="bg1"/>
              </a:buClr>
              <a:buFont typeface="Wingdings"/>
              <a:buChar char="§"/>
              <a:defRPr/>
            </a:pPr>
            <a:r>
              <a:rPr lang="en-US" sz="2400">
                <a:solidFill>
                  <a:schemeClr val="tx2"/>
                </a:solidFill>
              </a:rPr>
              <a:t>Followed a </a:t>
            </a:r>
            <a:r>
              <a:rPr lang="en-US" sz="2400" b="1">
                <a:solidFill>
                  <a:schemeClr val="tx2"/>
                </a:solidFill>
              </a:rPr>
              <a:t>star-schema-like structure</a:t>
            </a:r>
            <a:r>
              <a:rPr lang="en-US" sz="2400">
                <a:solidFill>
                  <a:schemeClr val="tx2"/>
                </a:solidFill>
              </a:rPr>
              <a:t> for efficient analysis</a:t>
            </a:r>
            <a:endParaRPr lang="en-IN" sz="2400">
              <a:solidFill>
                <a:schemeClr val="tx2"/>
              </a:solidFill>
            </a:endParaRPr>
          </a:p>
        </p:txBody>
      </p:sp>
      <p:pic>
        <p:nvPicPr>
          <p:cNvPr id="1044359779" name="Picture 3"/>
          <p:cNvPicPr>
            <a:picLocks noChangeAspect="1"/>
          </p:cNvPicPr>
          <p:nvPr/>
        </p:nvPicPr>
        <p:blipFill rotWithShape="1">
          <a:blip r:embed="rId4"/>
          <a:stretch/>
        </p:blipFill>
        <p:spPr bwMode="auto">
          <a:xfrm>
            <a:off x="961030" y="2060812"/>
            <a:ext cx="9751325" cy="4162567"/>
          </a:xfrm>
          <a:prstGeom prst="rect">
            <a:avLst/>
          </a:prstGeom>
          <a:ln w="127000" cap="rnd">
            <a:solidFill>
              <a:srgbClr val="FFFFFF"/>
            </a:solidFill>
          </a:ln>
          <a:effectLst>
            <a:outerShdw blurRad="76200" dist="95250" dir="10500000" sx="97000" sy="23000" kx="900000" algn="br" rotWithShape="0">
              <a:srgbClr val="000000">
                <a:alpha val="20000"/>
              </a:srgbClr>
            </a:outerShdw>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1502501870" name="Title 1"/>
          <p:cNvSpPr>
            <a:spLocks noGrp="1"/>
          </p:cNvSpPr>
          <p:nvPr>
            <p:ph type="title"/>
          </p:nvPr>
        </p:nvSpPr>
        <p:spPr bwMode="auto">
          <a:xfrm>
            <a:off x="762000" y="522357"/>
            <a:ext cx="10515600" cy="1325563"/>
          </a:xfrm>
        </p:spPr>
        <p:txBody>
          <a:bodyPr>
            <a:normAutofit fontScale="90000"/>
          </a:bodyPr>
          <a:lstStyle/>
          <a:p>
            <a:pPr>
              <a:defRPr/>
            </a:pPr>
            <a:r>
              <a:rPr lang="en-US" sz="4000" b="1">
                <a:solidFill>
                  <a:srgbClr val="FF0000"/>
                </a:solidFill>
              </a:rPr>
              <a:t>Key Visuals</a:t>
            </a:r>
            <a:br>
              <a:rPr lang="en-IN" sz="4000" b="1">
                <a:solidFill>
                  <a:srgbClr val="FF0000"/>
                </a:solidFill>
              </a:rPr>
            </a:br>
            <a:br>
              <a:rPr lang="en-IN" sz="4800" b="1">
                <a:solidFill>
                  <a:srgbClr val="FF0000"/>
                </a:solidFill>
              </a:rPr>
            </a:br>
            <a:r>
              <a:rPr lang="en-US" sz="3600" b="1">
                <a:solidFill>
                  <a:schemeClr val="tx2"/>
                </a:solidFill>
              </a:rPr>
              <a:t>What is the Trend in the Box Office Revenue Over the Years ?</a:t>
            </a:r>
            <a:br>
              <a:rPr lang="en-IN" sz="3600" b="1">
                <a:solidFill>
                  <a:schemeClr val="tx2"/>
                </a:solidFill>
              </a:rPr>
            </a:br>
            <a:endParaRPr lang="en-IN" sz="3600" b="1">
              <a:solidFill>
                <a:schemeClr val="tx2"/>
              </a:solidFill>
            </a:endParaRPr>
          </a:p>
        </p:txBody>
      </p:sp>
      <p:sp>
        <p:nvSpPr>
          <p:cNvPr id="1496273617" name="Text Placeholder 2"/>
          <p:cNvSpPr>
            <a:spLocks noGrp="1"/>
          </p:cNvSpPr>
          <p:nvPr>
            <p:ph type="body" idx="1"/>
          </p:nvPr>
        </p:nvSpPr>
        <p:spPr bwMode="auto">
          <a:xfrm>
            <a:off x="838200" y="2088107"/>
            <a:ext cx="10515600" cy="4088856"/>
          </a:xfrm>
        </p:spPr>
        <p:txBody>
          <a:bodyPr/>
          <a:lstStyle/>
          <a:p>
            <a:pPr>
              <a:buClr>
                <a:schemeClr val="bg1"/>
              </a:buClr>
              <a:buFont typeface="Wingdings"/>
              <a:buChar char="q"/>
              <a:defRPr/>
            </a:pPr>
            <a:r>
              <a:rPr lang="en-US" sz="2400" b="1">
                <a:solidFill>
                  <a:schemeClr val="tx2"/>
                </a:solidFill>
              </a:rPr>
              <a:t>Insights :</a:t>
            </a:r>
            <a:endParaRPr/>
          </a:p>
          <a:p>
            <a:pPr marL="114300" indent="0">
              <a:buNone/>
              <a:defRPr/>
            </a:pPr>
            <a:r>
              <a:rPr lang="en-US" sz="2000">
                <a:solidFill>
                  <a:schemeClr val="tx2"/>
                </a:solidFill>
              </a:rPr>
              <a:t>The movie industry has experienced steady growth over time, </a:t>
            </a:r>
            <a:endParaRPr/>
          </a:p>
          <a:p>
            <a:pPr marL="114300" indent="0">
              <a:buNone/>
              <a:defRPr/>
            </a:pPr>
            <a:r>
              <a:rPr lang="en-US" sz="2000">
                <a:solidFill>
                  <a:schemeClr val="tx2"/>
                </a:solidFill>
              </a:rPr>
              <a:t>with a significant revenue peak in recent years.</a:t>
            </a:r>
            <a:endParaRPr lang="en-IN" sz="2000" b="1">
              <a:solidFill>
                <a:schemeClr val="tx2"/>
              </a:solidFill>
            </a:endParaRPr>
          </a:p>
        </p:txBody>
      </p:sp>
      <p:pic>
        <p:nvPicPr>
          <p:cNvPr id="1983253003" name=""/>
          <p:cNvPicPr>
            <a:picLocks noChangeAspect="1"/>
          </p:cNvPicPr>
          <p:nvPr/>
        </p:nvPicPr>
        <p:blipFill rotWithShape="1">
          <a:blip r:embed="rId4"/>
          <a:stretch/>
        </p:blipFill>
        <p:spPr bwMode="auto">
          <a:xfrm flipH="0" flipV="0">
            <a:off x="6838458" y="3092362"/>
            <a:ext cx="4736404" cy="274002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2043221262" name="Title 1"/>
          <p:cNvSpPr>
            <a:spLocks noGrp="1"/>
          </p:cNvSpPr>
          <p:nvPr>
            <p:ph type="title"/>
          </p:nvPr>
        </p:nvSpPr>
        <p:spPr bwMode="auto">
          <a:xfrm>
            <a:off x="781930" y="308855"/>
            <a:ext cx="10515600" cy="1325563"/>
          </a:xfrm>
        </p:spPr>
        <p:txBody>
          <a:bodyPr>
            <a:normAutofit/>
          </a:bodyPr>
          <a:lstStyle/>
          <a:p>
            <a:pPr>
              <a:defRPr/>
            </a:pPr>
            <a:r>
              <a:rPr lang="en-US" sz="3200" b="1">
                <a:solidFill>
                  <a:schemeClr val="tx2"/>
                </a:solidFill>
              </a:rPr>
              <a:t>What is the Average Met score for each Genre ? </a:t>
            </a:r>
            <a:endParaRPr lang="en-IN" sz="3200" b="1">
              <a:solidFill>
                <a:schemeClr val="tx2"/>
              </a:solidFill>
            </a:endParaRPr>
          </a:p>
        </p:txBody>
      </p:sp>
      <p:sp>
        <p:nvSpPr>
          <p:cNvPr id="453278887" name="Text Placeholder 2"/>
          <p:cNvSpPr>
            <a:spLocks noGrp="1"/>
          </p:cNvSpPr>
          <p:nvPr>
            <p:ph type="body" idx="1"/>
          </p:nvPr>
        </p:nvSpPr>
        <p:spPr bwMode="auto">
          <a:xfrm>
            <a:off x="436728" y="1825625"/>
            <a:ext cx="6564573" cy="4351338"/>
          </a:xfrm>
        </p:spPr>
        <p:txBody>
          <a:bodyPr>
            <a:normAutofit/>
          </a:bodyPr>
          <a:lstStyle/>
          <a:p>
            <a:pPr>
              <a:buClr>
                <a:schemeClr val="bg1"/>
              </a:buClr>
              <a:buFont typeface="Wingdings"/>
              <a:buChar char="q"/>
              <a:defRPr/>
            </a:pPr>
            <a:r>
              <a:rPr lang="en-US" b="1">
                <a:solidFill>
                  <a:schemeClr val="tx2"/>
                </a:solidFill>
              </a:rPr>
              <a:t>Insights :</a:t>
            </a:r>
            <a:r>
              <a:rPr lang="en-IN" sz="2400" b="1">
                <a:solidFill>
                  <a:schemeClr val="tx2"/>
                </a:solidFill>
              </a:rPr>
              <a:t>  </a:t>
            </a:r>
            <a:endParaRPr/>
          </a:p>
          <a:p>
            <a:pPr marL="114300" indent="0">
              <a:buNone/>
              <a:defRPr/>
            </a:pPr>
            <a:endParaRPr lang="en-US" sz="2400">
              <a:solidFill>
                <a:schemeClr val="tx2"/>
              </a:solidFill>
            </a:endParaRPr>
          </a:p>
          <a:p>
            <a:pPr marL="114300" indent="0" algn="just">
              <a:buNone/>
              <a:defRPr/>
            </a:pPr>
            <a:r>
              <a:rPr lang="en-US" sz="2400">
                <a:solidFill>
                  <a:schemeClr val="tx2"/>
                </a:solidFill>
              </a:rPr>
              <a:t>Genres </a:t>
            </a:r>
            <a:r>
              <a:rPr lang="en-US" sz="2400">
                <a:solidFill>
                  <a:schemeClr val="tx2"/>
                </a:solidFill>
              </a:rPr>
              <a:t>like History, Biography, and Drama are rated highly by </a:t>
            </a:r>
            <a:r>
              <a:rPr lang="en-US" sz="2400">
                <a:solidFill>
                  <a:schemeClr val="tx2"/>
                </a:solidFill>
              </a:rPr>
              <a:t>critics, while </a:t>
            </a:r>
            <a:r>
              <a:rPr lang="en-US" sz="2400">
                <a:solidFill>
                  <a:schemeClr val="tx2"/>
                </a:solidFill>
              </a:rPr>
              <a:t>fun and entertainment-focused genres such as </a:t>
            </a:r>
            <a:r>
              <a:rPr lang="en-US" sz="2400">
                <a:solidFill>
                  <a:schemeClr val="tx2"/>
                </a:solidFill>
              </a:rPr>
              <a:t>Comedy and </a:t>
            </a:r>
            <a:r>
              <a:rPr lang="en-US" sz="2400">
                <a:solidFill>
                  <a:schemeClr val="tx2"/>
                </a:solidFill>
              </a:rPr>
              <a:t>Crime usually get lower critic scores.</a:t>
            </a:r>
            <a:endParaRPr lang="en-US" sz="2400" b="1">
              <a:solidFill>
                <a:schemeClr val="tx2"/>
              </a:solidFill>
            </a:endParaRPr>
          </a:p>
        </p:txBody>
      </p:sp>
      <p:pic>
        <p:nvPicPr>
          <p:cNvPr id="1589882889" name=""/>
          <p:cNvPicPr>
            <a:picLocks noChangeAspect="1"/>
          </p:cNvPicPr>
          <p:nvPr/>
        </p:nvPicPr>
        <p:blipFill rotWithShape="1">
          <a:blip r:embed="rId4"/>
          <a:stretch/>
        </p:blipFill>
        <p:spPr bwMode="auto">
          <a:xfrm flipH="0" flipV="0">
            <a:off x="7255992" y="2453731"/>
            <a:ext cx="4358439" cy="343617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790743372" name="Title 1"/>
          <p:cNvSpPr>
            <a:spLocks noGrp="1"/>
          </p:cNvSpPr>
          <p:nvPr>
            <p:ph type="title"/>
          </p:nvPr>
        </p:nvSpPr>
        <p:spPr bwMode="auto"/>
        <p:txBody>
          <a:bodyPr/>
          <a:lstStyle/>
          <a:p>
            <a:pPr>
              <a:defRPr/>
            </a:pPr>
            <a:r>
              <a:rPr lang="en-US" sz="3200" b="1">
                <a:solidFill>
                  <a:schemeClr val="tx2"/>
                </a:solidFill>
              </a:rPr>
              <a:t>How is Total Revenue Distributed Among Various </a:t>
            </a:r>
            <a:r>
              <a:rPr lang="en-US" sz="2800" b="1">
                <a:solidFill>
                  <a:schemeClr val="tx2"/>
                </a:solidFill>
              </a:rPr>
              <a:t>Genres ?</a:t>
            </a:r>
            <a:endParaRPr lang="en-IN" sz="2800" b="1">
              <a:solidFill>
                <a:schemeClr val="tx2"/>
              </a:solidFill>
            </a:endParaRPr>
          </a:p>
        </p:txBody>
      </p:sp>
      <p:sp>
        <p:nvSpPr>
          <p:cNvPr id="1538073403" name="Text Placeholder 2"/>
          <p:cNvSpPr>
            <a:spLocks noGrp="1"/>
          </p:cNvSpPr>
          <p:nvPr>
            <p:ph type="body" idx="1"/>
          </p:nvPr>
        </p:nvSpPr>
        <p:spPr bwMode="auto">
          <a:xfrm>
            <a:off x="838200" y="1825625"/>
            <a:ext cx="5508009" cy="4351338"/>
          </a:xfrm>
        </p:spPr>
        <p:txBody>
          <a:bodyPr>
            <a:normAutofit/>
          </a:bodyPr>
          <a:lstStyle/>
          <a:p>
            <a:pPr>
              <a:buClr>
                <a:schemeClr val="bg1"/>
              </a:buClr>
              <a:buFont typeface="Wingdings"/>
              <a:buChar char="q"/>
              <a:defRPr/>
            </a:pPr>
            <a:r>
              <a:rPr lang="en-US" b="1">
                <a:solidFill>
                  <a:schemeClr val="tx2"/>
                </a:solidFill>
              </a:rPr>
              <a:t>Insights :</a:t>
            </a:r>
            <a:endParaRPr/>
          </a:p>
          <a:p>
            <a:pPr marL="114300" indent="0" algn="just">
              <a:buNone/>
              <a:defRPr/>
            </a:pPr>
            <a:endParaRPr lang="en-US" sz="2000">
              <a:solidFill>
                <a:schemeClr val="tx2"/>
              </a:solidFill>
            </a:endParaRPr>
          </a:p>
          <a:p>
            <a:pPr marL="114300" indent="0" algn="just">
              <a:buNone/>
              <a:defRPr/>
            </a:pPr>
            <a:r>
              <a:rPr lang="en-US" sz="2000">
                <a:solidFill>
                  <a:schemeClr val="tx2"/>
                </a:solidFill>
              </a:rPr>
              <a:t>Action </a:t>
            </a:r>
            <a:r>
              <a:rPr lang="en-US" sz="2000">
                <a:solidFill>
                  <a:schemeClr val="tx2"/>
                </a:solidFill>
              </a:rPr>
              <a:t>and Adventure genres generate the highest box office </a:t>
            </a:r>
            <a:r>
              <a:rPr lang="en-US" sz="2000">
                <a:solidFill>
                  <a:schemeClr val="tx2"/>
                </a:solidFill>
              </a:rPr>
              <a:t>revenue where as</a:t>
            </a:r>
            <a:r>
              <a:rPr lang="en-IN" sz="2000" b="1">
                <a:solidFill>
                  <a:schemeClr val="tx2"/>
                </a:solidFill>
              </a:rPr>
              <a:t> </a:t>
            </a:r>
            <a:r>
              <a:rPr lang="fr-FR" sz="2000">
                <a:solidFill>
                  <a:schemeClr val="tx2"/>
                </a:solidFill>
              </a:rPr>
              <a:t>Drama remains a consistent revenue </a:t>
            </a:r>
            <a:r>
              <a:rPr lang="fr-FR" sz="2000">
                <a:solidFill>
                  <a:schemeClr val="tx2"/>
                </a:solidFill>
              </a:rPr>
              <a:t>contributor and </a:t>
            </a:r>
            <a:r>
              <a:rPr lang="en-US" sz="2000">
                <a:solidFill>
                  <a:schemeClr val="tx2"/>
                </a:solidFill>
              </a:rPr>
              <a:t>Niche genres like Animation, Fantasy, and Crime contribute smaller shares</a:t>
            </a:r>
            <a:endParaRPr/>
          </a:p>
        </p:txBody>
      </p:sp>
      <p:pic>
        <p:nvPicPr>
          <p:cNvPr id="1244342261" name=""/>
          <p:cNvPicPr>
            <a:picLocks noChangeAspect="1"/>
          </p:cNvPicPr>
          <p:nvPr/>
        </p:nvPicPr>
        <p:blipFill rotWithShape="1">
          <a:blip r:embed="rId4"/>
          <a:stretch/>
        </p:blipFill>
        <p:spPr bwMode="auto">
          <a:xfrm flipH="0" flipV="0">
            <a:off x="6590547" y="2622636"/>
            <a:ext cx="5228555" cy="31967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1084326175" name="Title 1"/>
          <p:cNvSpPr>
            <a:spLocks noGrp="1"/>
          </p:cNvSpPr>
          <p:nvPr>
            <p:ph type="title"/>
          </p:nvPr>
        </p:nvSpPr>
        <p:spPr bwMode="auto">
          <a:xfrm>
            <a:off x="551596" y="95534"/>
            <a:ext cx="10515600" cy="832513"/>
          </a:xfrm>
        </p:spPr>
        <p:txBody>
          <a:bodyPr>
            <a:normAutofit/>
          </a:bodyPr>
          <a:lstStyle/>
          <a:p>
            <a:pPr>
              <a:defRPr/>
            </a:pPr>
            <a:r>
              <a:rPr lang="en-US" sz="2800" b="1">
                <a:solidFill>
                  <a:schemeClr val="tx2"/>
                </a:solidFill>
              </a:rPr>
              <a:t>What is the Average Rating Across Genres ?</a:t>
            </a:r>
            <a:endParaRPr lang="en-IN" sz="2800" b="1">
              <a:solidFill>
                <a:schemeClr val="tx2"/>
              </a:solidFill>
            </a:endParaRPr>
          </a:p>
        </p:txBody>
      </p:sp>
      <p:sp>
        <p:nvSpPr>
          <p:cNvPr id="1876679921" name="Text Placeholder 2"/>
          <p:cNvSpPr>
            <a:spLocks noGrp="1"/>
          </p:cNvSpPr>
          <p:nvPr>
            <p:ph type="body" idx="1"/>
          </p:nvPr>
        </p:nvSpPr>
        <p:spPr bwMode="auto">
          <a:xfrm>
            <a:off x="384979" y="832512"/>
            <a:ext cx="11094493" cy="5813947"/>
          </a:xfrm>
        </p:spPr>
        <p:txBody>
          <a:bodyPr>
            <a:normAutofit/>
          </a:bodyPr>
          <a:lstStyle/>
          <a:p>
            <a:pPr>
              <a:buClr>
                <a:schemeClr val="bg1"/>
              </a:buClr>
              <a:buFont typeface="Wingdings"/>
              <a:buChar char="q"/>
              <a:defRPr/>
            </a:pPr>
            <a:r>
              <a:rPr lang="en-US" sz="2400" b="1">
                <a:solidFill>
                  <a:schemeClr val="tx2"/>
                </a:solidFill>
              </a:rPr>
              <a:t>Insights :</a:t>
            </a:r>
            <a:endParaRPr/>
          </a:p>
          <a:p>
            <a:pPr algn="just">
              <a:buClr>
                <a:schemeClr val="bg1"/>
              </a:buClr>
              <a:buFont typeface="Wingdings"/>
              <a:buChar char="§"/>
              <a:defRPr/>
            </a:pPr>
            <a:r>
              <a:rPr lang="en-US" sz="2000">
                <a:solidFill>
                  <a:schemeClr val="tx2"/>
                </a:solidFill>
              </a:rPr>
              <a:t>War, Animation, and Biography have the highest average ratings, indicating these genres are generally better received by audiences and </a:t>
            </a:r>
            <a:r>
              <a:rPr lang="en-US" sz="2000">
                <a:solidFill>
                  <a:schemeClr val="tx2"/>
                </a:solidFill>
              </a:rPr>
              <a:t>critics </a:t>
            </a:r>
            <a:endParaRPr/>
          </a:p>
          <a:p>
            <a:pPr algn="just">
              <a:buClr>
                <a:schemeClr val="bg1"/>
              </a:buClr>
              <a:buFont typeface="Wingdings"/>
              <a:buChar char="§"/>
              <a:defRPr/>
            </a:pPr>
            <a:r>
              <a:rPr lang="en-US" sz="2000">
                <a:solidFill>
                  <a:schemeClr val="tx2"/>
                </a:solidFill>
              </a:rPr>
              <a:t>Drama </a:t>
            </a:r>
            <a:r>
              <a:rPr lang="en-US" sz="2000">
                <a:solidFill>
                  <a:schemeClr val="tx2"/>
                </a:solidFill>
              </a:rPr>
              <a:t>and Romance fall in the mid-rating range, showing consistent but moderate audience appreciation across years</a:t>
            </a:r>
            <a:r>
              <a:rPr lang="en-US" sz="2000">
                <a:solidFill>
                  <a:schemeClr val="tx2"/>
                </a:solidFill>
              </a:rPr>
              <a:t>. </a:t>
            </a:r>
            <a:endParaRPr/>
          </a:p>
          <a:p>
            <a:pPr algn="just">
              <a:buClr>
                <a:schemeClr val="bg1"/>
              </a:buClr>
              <a:buFont typeface="Wingdings"/>
              <a:buChar char="§"/>
              <a:defRPr/>
            </a:pPr>
            <a:r>
              <a:rPr lang="en-US" sz="2000">
                <a:solidFill>
                  <a:schemeClr val="tx2"/>
                </a:solidFill>
              </a:rPr>
              <a:t>Action, Thriller, and Fantasy show comparatively lower average ratings, suggesting that popularity does not always translate into higher audience satisfaction.</a:t>
            </a:r>
            <a:endParaRPr lang="en-IN" sz="2000">
              <a:solidFill>
                <a:schemeClr val="tx2"/>
              </a:solidFill>
            </a:endParaRPr>
          </a:p>
        </p:txBody>
      </p:sp>
      <p:pic>
        <p:nvPicPr>
          <p:cNvPr id="146919874" name=""/>
          <p:cNvPicPr>
            <a:picLocks noChangeAspect="1"/>
          </p:cNvPicPr>
          <p:nvPr/>
        </p:nvPicPr>
        <p:blipFill rotWithShape="1">
          <a:blip r:embed="rId4"/>
          <a:stretch/>
        </p:blipFill>
        <p:spPr bwMode="auto">
          <a:xfrm>
            <a:off x="2731065" y="3522258"/>
            <a:ext cx="5581649" cy="31241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1487255080" name="Title 1"/>
          <p:cNvSpPr>
            <a:spLocks noGrp="1"/>
          </p:cNvSpPr>
          <p:nvPr>
            <p:ph type="title"/>
          </p:nvPr>
        </p:nvSpPr>
        <p:spPr bwMode="auto">
          <a:xfrm>
            <a:off x="264993" y="0"/>
            <a:ext cx="10515600" cy="860800"/>
          </a:xfrm>
        </p:spPr>
        <p:txBody>
          <a:bodyPr>
            <a:normAutofit/>
          </a:bodyPr>
          <a:lstStyle/>
          <a:p>
            <a:pPr>
              <a:defRPr/>
            </a:pPr>
            <a:r>
              <a:rPr lang="en-US" sz="3200" b="1">
                <a:solidFill>
                  <a:schemeClr val="tx2"/>
                </a:solidFill>
              </a:rPr>
              <a:t>How are Movies Distributed Across Different Genres ?</a:t>
            </a:r>
            <a:endParaRPr lang="en-IN" sz="3200">
              <a:solidFill>
                <a:schemeClr val="tx2"/>
              </a:solidFill>
            </a:endParaRPr>
          </a:p>
        </p:txBody>
      </p:sp>
      <p:sp>
        <p:nvSpPr>
          <p:cNvPr id="320580121" name="Text Placeholder 2"/>
          <p:cNvSpPr>
            <a:spLocks noGrp="1"/>
          </p:cNvSpPr>
          <p:nvPr>
            <p:ph type="body" idx="1"/>
          </p:nvPr>
        </p:nvSpPr>
        <p:spPr bwMode="auto">
          <a:xfrm>
            <a:off x="118279" y="1294056"/>
            <a:ext cx="10515600" cy="4351338"/>
          </a:xfrm>
        </p:spPr>
        <p:txBody>
          <a:bodyPr/>
          <a:lstStyle/>
          <a:p>
            <a:pPr>
              <a:buClr>
                <a:schemeClr val="bg1"/>
              </a:buClr>
              <a:buFont typeface="Wingdings"/>
              <a:buChar char="q"/>
              <a:defRPr/>
            </a:pPr>
            <a:r>
              <a:rPr lang="en-US" b="1">
                <a:solidFill>
                  <a:schemeClr val="tx2"/>
                </a:solidFill>
              </a:rPr>
              <a:t>Insights : </a:t>
            </a:r>
            <a:endParaRPr lang="en-US" b="1">
              <a:solidFill>
                <a:schemeClr val="tx2"/>
              </a:solidFill>
            </a:endParaRPr>
          </a:p>
          <a:p>
            <a:pPr>
              <a:defRPr/>
            </a:pPr>
            <a:endParaRPr lang="en-US" b="1"/>
          </a:p>
        </p:txBody>
      </p:sp>
      <p:sp>
        <p:nvSpPr>
          <p:cNvPr id="684342016" name="Rectangle 2"/>
          <p:cNvSpPr>
            <a:spLocks noChangeArrowheads="1"/>
          </p:cNvSpPr>
          <p:nvPr/>
        </p:nvSpPr>
        <p:spPr bwMode="auto">
          <a:xfrm>
            <a:off x="620429" y="2229074"/>
            <a:ext cx="6504295" cy="3416320"/>
          </a:xfrm>
          <a:prstGeom prst="rect">
            <a:avLst/>
          </a:prstGeom>
          <a:noFill/>
          <a:ln>
            <a:noFill/>
          </a:ln>
          <a:effectLst/>
        </p:spPr>
        <p:txBody>
          <a:bodyPr vert="horz" wrap="square" lIns="91440" tIns="45720" rIns="91440" bIns="45720" numCol="1" anchor="ctr" anchorCtr="0" compatLnSpc="1">
            <a:prstTxWarp prst="textNoShape"/>
            <a:spAutoFit/>
          </a:bodyPr>
          <a:lstStyle/>
          <a:p>
            <a:pPr marL="342900" marR="0" lvl="0" indent="-342900" algn="l" defTabSz="914400" rtl="0">
              <a:lnSpc>
                <a:spcPct val="100000"/>
              </a:lnSpc>
              <a:spcBef>
                <a:spcPts val="0"/>
              </a:spcBef>
              <a:spcAft>
                <a:spcPts val="0"/>
              </a:spcAft>
              <a:buClrTx/>
              <a:buSzTx/>
              <a:buFont typeface="Wingdings"/>
              <a:buChar char="§"/>
              <a:defRPr/>
            </a:pPr>
            <a:r>
              <a:rPr lang="en-US" sz="2400" i="0" u="sng" strike="noStrike" cap="none">
                <a:ln>
                  <a:noFill/>
                </a:ln>
                <a:solidFill>
                  <a:schemeClr val="tx2"/>
                </a:solidFill>
                <a:latin typeface="Calibri"/>
                <a:cs typeface="Calibri"/>
              </a:rPr>
              <a:t>Drama dominates movie production</a:t>
            </a:r>
            <a:r>
              <a:rPr lang="en-US" sz="2400" i="0" u="none" strike="noStrike" cap="none">
                <a:ln>
                  <a:noFill/>
                </a:ln>
                <a:solidFill>
                  <a:schemeClr val="tx2"/>
                </a:solidFill>
                <a:latin typeface="Calibri"/>
                <a:cs typeface="Calibri"/>
              </a:rPr>
              <a:t>, having the highest number of titles, showing it is the </a:t>
            </a:r>
            <a:r>
              <a:rPr lang="en-US" sz="2400" i="0" u="sng" strike="noStrike" cap="none">
                <a:ln>
                  <a:noFill/>
                </a:ln>
                <a:solidFill>
                  <a:schemeClr val="tx2"/>
                </a:solidFill>
                <a:latin typeface="Calibri"/>
                <a:cs typeface="Calibri"/>
              </a:rPr>
              <a:t>most frequentl</a:t>
            </a:r>
            <a:r>
              <a:rPr lang="en-US" sz="2400" u="sng">
                <a:solidFill>
                  <a:schemeClr val="tx2"/>
                </a:solidFill>
                <a:latin typeface="Calibri"/>
                <a:cs typeface="Calibri"/>
              </a:rPr>
              <a:t>y </a:t>
            </a:r>
            <a:r>
              <a:rPr lang="en-US" sz="2400" i="0" u="sng" strike="noStrike" cap="none">
                <a:ln>
                  <a:noFill/>
                </a:ln>
                <a:solidFill>
                  <a:schemeClr val="tx2"/>
                </a:solidFill>
                <a:latin typeface="Calibri"/>
                <a:cs typeface="Calibri"/>
              </a:rPr>
              <a:t>produced genre</a:t>
            </a:r>
            <a:r>
              <a:rPr lang="en-US" sz="2400" i="0" u="none" strike="noStrike" cap="none">
                <a:ln>
                  <a:noFill/>
                </a:ln>
                <a:solidFill>
                  <a:schemeClr val="tx2"/>
                </a:solidFill>
                <a:latin typeface="Calibri"/>
                <a:cs typeface="Calibri"/>
              </a:rPr>
              <a:t>.</a:t>
            </a:r>
            <a:endParaRPr/>
          </a:p>
          <a:p>
            <a:pPr marL="342900" marR="0" lvl="0" indent="-342900" algn="l" defTabSz="914400" rtl="0">
              <a:lnSpc>
                <a:spcPct val="100000"/>
              </a:lnSpc>
              <a:spcBef>
                <a:spcPts val="0"/>
              </a:spcBef>
              <a:spcAft>
                <a:spcPts val="0"/>
              </a:spcAft>
              <a:buClrTx/>
              <a:buSzTx/>
              <a:buFont typeface="Wingdings"/>
              <a:buChar char="§"/>
              <a:defRPr/>
            </a:pPr>
            <a:r>
              <a:rPr lang="en-US" sz="2400" i="0" u="sng" strike="noStrike" cap="none">
                <a:ln>
                  <a:noFill/>
                </a:ln>
                <a:solidFill>
                  <a:schemeClr val="tx2"/>
                </a:solidFill>
                <a:latin typeface="Calibri"/>
                <a:cs typeface="Calibri"/>
              </a:rPr>
              <a:t>Comedy and Action also have high movie counts</a:t>
            </a:r>
            <a:r>
              <a:rPr lang="en-US" sz="2400" i="0" u="none" strike="noStrike" cap="none">
                <a:ln>
                  <a:noFill/>
                </a:ln>
                <a:solidFill>
                  <a:schemeClr val="tx2"/>
                </a:solidFill>
                <a:latin typeface="Calibri"/>
                <a:cs typeface="Calibri"/>
              </a:rPr>
              <a:t>, indicating strong industry focus on entertainment-driven content.</a:t>
            </a:r>
            <a:endParaRPr/>
          </a:p>
          <a:p>
            <a:pPr marL="342900" marR="0" lvl="0" indent="-342900" algn="l" defTabSz="914400" rtl="0">
              <a:lnSpc>
                <a:spcPct val="100000"/>
              </a:lnSpc>
              <a:spcBef>
                <a:spcPts val="0"/>
              </a:spcBef>
              <a:spcAft>
                <a:spcPts val="0"/>
              </a:spcAft>
              <a:buClrTx/>
              <a:buSzTx/>
              <a:buFont typeface="Wingdings"/>
              <a:buChar char="§"/>
              <a:defRPr/>
            </a:pPr>
            <a:r>
              <a:rPr lang="en-US" sz="2400" i="0" u="sng" strike="noStrike" cap="none">
                <a:ln>
                  <a:noFill/>
                </a:ln>
                <a:solidFill>
                  <a:schemeClr val="tx2"/>
                </a:solidFill>
                <a:latin typeface="Calibri"/>
                <a:cs typeface="Calibri"/>
              </a:rPr>
              <a:t>Niche genres like History, Sport, and Animation have very few releases</a:t>
            </a:r>
            <a:r>
              <a:rPr lang="en-US" sz="2400" i="0" u="none" strike="noStrike" cap="none">
                <a:ln>
                  <a:noFill/>
                </a:ln>
                <a:solidFill>
                  <a:schemeClr val="tx2"/>
                </a:solidFill>
                <a:latin typeface="Calibri"/>
                <a:cs typeface="Calibri"/>
              </a:rPr>
              <a:t>, suggesting limited production or specialized audience demand.</a:t>
            </a:r>
            <a:endParaRPr/>
          </a:p>
        </p:txBody>
      </p:sp>
      <p:pic>
        <p:nvPicPr>
          <p:cNvPr id="1341873979" name="Picture 5"/>
          <p:cNvPicPr>
            <a:picLocks noChangeAspect="1"/>
          </p:cNvPicPr>
          <p:nvPr/>
        </p:nvPicPr>
        <p:blipFill rotWithShape="1">
          <a:blip r:embed="rId4"/>
          <a:stretch/>
        </p:blipFill>
        <p:spPr bwMode="auto">
          <a:xfrm>
            <a:off x="7626873" y="1179478"/>
            <a:ext cx="3816360" cy="47845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1872733425" name="Title 1"/>
          <p:cNvSpPr>
            <a:spLocks noGrp="1"/>
          </p:cNvSpPr>
          <p:nvPr>
            <p:ph type="title"/>
          </p:nvPr>
        </p:nvSpPr>
        <p:spPr bwMode="auto">
          <a:xfrm>
            <a:off x="142164" y="-156575"/>
            <a:ext cx="10515600" cy="794933"/>
          </a:xfrm>
        </p:spPr>
        <p:txBody>
          <a:bodyPr>
            <a:normAutofit/>
          </a:bodyPr>
          <a:lstStyle/>
          <a:p>
            <a:pPr>
              <a:defRPr/>
            </a:pPr>
            <a:r>
              <a:rPr lang="en-US" sz="3200" b="1">
                <a:solidFill>
                  <a:srgbClr val="9966FF"/>
                </a:solidFill>
                <a:latin typeface="Bookman Old Style"/>
              </a:rPr>
              <a:t>Final Dashboard</a:t>
            </a:r>
            <a:endParaRPr lang="en-IN" sz="3200" b="1">
              <a:solidFill>
                <a:srgbClr val="9966FF"/>
              </a:solidFill>
              <a:latin typeface="Bookman Old Style"/>
            </a:endParaRPr>
          </a:p>
        </p:txBody>
      </p:sp>
      <p:pic>
        <p:nvPicPr>
          <p:cNvPr id="1800315464" name=""/>
          <p:cNvPicPr>
            <a:picLocks noChangeAspect="1"/>
          </p:cNvPicPr>
          <p:nvPr/>
        </p:nvPicPr>
        <p:blipFill rotWithShape="1">
          <a:blip r:embed="rId4"/>
          <a:stretch/>
        </p:blipFill>
        <p:spPr bwMode="auto">
          <a:xfrm flipH="0" flipV="0">
            <a:off x="236198" y="534965"/>
            <a:ext cx="11782294" cy="56889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1123107815" name="Title 1"/>
          <p:cNvSpPr>
            <a:spLocks noGrp="1"/>
          </p:cNvSpPr>
          <p:nvPr>
            <p:ph type="title"/>
          </p:nvPr>
        </p:nvSpPr>
        <p:spPr bwMode="auto">
          <a:xfrm>
            <a:off x="0" y="0"/>
            <a:ext cx="10515600" cy="685753"/>
          </a:xfrm>
        </p:spPr>
        <p:txBody>
          <a:bodyPr>
            <a:normAutofit/>
          </a:bodyPr>
          <a:lstStyle/>
          <a:p>
            <a:pPr>
              <a:defRPr/>
            </a:pPr>
            <a:r>
              <a:rPr lang="en-US" sz="3600" b="1">
                <a:solidFill>
                  <a:srgbClr val="FF0000"/>
                </a:solidFill>
              </a:rPr>
              <a:t>Business Insights</a:t>
            </a:r>
            <a:endParaRPr lang="en-IN" sz="3600" b="1">
              <a:solidFill>
                <a:srgbClr val="FF0000"/>
              </a:solidFill>
            </a:endParaRPr>
          </a:p>
        </p:txBody>
      </p:sp>
      <p:sp>
        <p:nvSpPr>
          <p:cNvPr id="263720399" name="Text Placeholder 2"/>
          <p:cNvSpPr>
            <a:spLocks noGrp="1"/>
          </p:cNvSpPr>
          <p:nvPr>
            <p:ph type="body" idx="1"/>
          </p:nvPr>
        </p:nvSpPr>
        <p:spPr bwMode="auto">
          <a:xfrm>
            <a:off x="114868" y="685752"/>
            <a:ext cx="11867866" cy="5510331"/>
          </a:xfrm>
        </p:spPr>
        <p:txBody>
          <a:bodyPr>
            <a:normAutofit/>
          </a:bodyPr>
          <a:lstStyle/>
          <a:p>
            <a:pPr>
              <a:buClr>
                <a:schemeClr val="bg1"/>
              </a:buClr>
              <a:buFont typeface="Wingdings"/>
              <a:buChar char="q"/>
              <a:defRPr/>
            </a:pPr>
            <a:r>
              <a:rPr lang="en-US" sz="2600">
                <a:solidFill>
                  <a:schemeClr val="tx2"/>
                </a:solidFill>
              </a:rPr>
              <a:t>Box </a:t>
            </a:r>
            <a:r>
              <a:rPr lang="en-US" sz="2600">
                <a:solidFill>
                  <a:schemeClr val="tx2"/>
                </a:solidFill>
              </a:rPr>
              <a:t>office revenue shows a </a:t>
            </a:r>
            <a:r>
              <a:rPr lang="en-US" sz="2600" b="1" u="sng">
                <a:solidFill>
                  <a:schemeClr val="tx2"/>
                </a:solidFill>
              </a:rPr>
              <a:t>consistent upward trend </a:t>
            </a:r>
            <a:r>
              <a:rPr lang="en-US" sz="2600">
                <a:solidFill>
                  <a:schemeClr val="tx2"/>
                </a:solidFill>
              </a:rPr>
              <a:t>over the years</a:t>
            </a:r>
            <a:r>
              <a:rPr lang="en-US" sz="2600">
                <a:solidFill>
                  <a:schemeClr val="tx2"/>
                </a:solidFill>
              </a:rPr>
              <a:t>.</a:t>
            </a:r>
            <a:endParaRPr lang="en-US" sz="2600">
              <a:solidFill>
                <a:schemeClr val="tx2"/>
              </a:solidFill>
            </a:endParaRPr>
          </a:p>
          <a:p>
            <a:pPr>
              <a:buClr>
                <a:schemeClr val="bg1"/>
              </a:buClr>
              <a:buFont typeface="Wingdings"/>
              <a:buChar char="q"/>
              <a:defRPr/>
            </a:pPr>
            <a:r>
              <a:rPr lang="en-US" sz="2600" b="1" u="sng">
                <a:solidFill>
                  <a:schemeClr val="tx2"/>
                </a:solidFill>
              </a:rPr>
              <a:t>Top blockbuster movies contribute a major share</a:t>
            </a:r>
            <a:r>
              <a:rPr lang="en-US" sz="2600" b="1">
                <a:solidFill>
                  <a:schemeClr val="tx2"/>
                </a:solidFill>
              </a:rPr>
              <a:t> </a:t>
            </a:r>
            <a:r>
              <a:rPr lang="en-US" sz="2600">
                <a:solidFill>
                  <a:schemeClr val="tx2"/>
                </a:solidFill>
              </a:rPr>
              <a:t>of total revenue</a:t>
            </a:r>
            <a:r>
              <a:rPr lang="en-US" sz="2600">
                <a:solidFill>
                  <a:schemeClr val="tx2"/>
                </a:solidFill>
              </a:rPr>
              <a:t>.</a:t>
            </a:r>
            <a:endParaRPr lang="en-US" sz="2600">
              <a:solidFill>
                <a:schemeClr val="tx2"/>
              </a:solidFill>
            </a:endParaRPr>
          </a:p>
          <a:p>
            <a:pPr>
              <a:buClr>
                <a:schemeClr val="bg1"/>
              </a:buClr>
              <a:buFont typeface="Wingdings"/>
              <a:buChar char="q"/>
              <a:defRPr/>
            </a:pPr>
            <a:r>
              <a:rPr lang="en-US" sz="2600" b="1" u="sng">
                <a:solidFill>
                  <a:schemeClr val="tx2"/>
                </a:solidFill>
              </a:rPr>
              <a:t>Action, Adventure, and Drama </a:t>
            </a:r>
            <a:r>
              <a:rPr lang="en-US" sz="2600">
                <a:solidFill>
                  <a:schemeClr val="tx2"/>
                </a:solidFill>
              </a:rPr>
              <a:t>are the most profitable genres.</a:t>
            </a:r>
            <a:endParaRPr/>
          </a:p>
          <a:p>
            <a:pPr>
              <a:buClr>
                <a:schemeClr val="bg1"/>
              </a:buClr>
              <a:buFont typeface="Wingdings"/>
              <a:buChar char="q"/>
              <a:defRPr/>
            </a:pPr>
            <a:r>
              <a:rPr lang="en-US" sz="2600" b="1" u="sng">
                <a:solidFill>
                  <a:schemeClr val="tx2"/>
                </a:solidFill>
              </a:rPr>
              <a:t>History and Biography </a:t>
            </a:r>
            <a:r>
              <a:rPr lang="en-US" sz="2600">
                <a:solidFill>
                  <a:schemeClr val="tx2"/>
                </a:solidFill>
              </a:rPr>
              <a:t>films receive higher ratings but lower revenue.</a:t>
            </a:r>
            <a:endParaRPr/>
          </a:p>
          <a:p>
            <a:pPr>
              <a:buClr>
                <a:schemeClr val="bg1"/>
              </a:buClr>
              <a:buFont typeface="Wingdings"/>
              <a:buChar char="q"/>
              <a:defRPr/>
            </a:pPr>
            <a:r>
              <a:rPr lang="en-US" sz="2600" b="1" u="sng">
                <a:solidFill>
                  <a:schemeClr val="tx2"/>
                </a:solidFill>
              </a:rPr>
              <a:t>Comedy and Crime </a:t>
            </a:r>
            <a:r>
              <a:rPr lang="en-US" sz="2600">
                <a:solidFill>
                  <a:schemeClr val="tx2"/>
                </a:solidFill>
              </a:rPr>
              <a:t>have high movie counts but lower average returns.</a:t>
            </a:r>
            <a:endParaRPr/>
          </a:p>
          <a:p>
            <a:pPr>
              <a:buClr>
                <a:schemeClr val="bg1"/>
              </a:buClr>
              <a:buFont typeface="Wingdings"/>
              <a:buChar char="q"/>
              <a:defRPr/>
            </a:pPr>
            <a:r>
              <a:rPr lang="en-US" sz="2600" b="1" u="sng">
                <a:solidFill>
                  <a:schemeClr val="tx2"/>
                </a:solidFill>
              </a:rPr>
              <a:t>Higher audience votes usually lead to higher revenue</a:t>
            </a:r>
            <a:r>
              <a:rPr lang="en-US" sz="2600" u="sng">
                <a:solidFill>
                  <a:schemeClr val="tx2"/>
                </a:solidFill>
              </a:rPr>
              <a:t>.</a:t>
            </a:r>
            <a:endParaRPr/>
          </a:p>
          <a:p>
            <a:pPr>
              <a:buClr>
                <a:schemeClr val="bg1"/>
              </a:buClr>
              <a:buFont typeface="Wingdings"/>
              <a:buChar char="q"/>
              <a:defRPr/>
            </a:pPr>
            <a:r>
              <a:rPr lang="en-US" sz="2600">
                <a:solidFill>
                  <a:schemeClr val="tx2"/>
                </a:solidFill>
              </a:rPr>
              <a:t>Movies with </a:t>
            </a:r>
            <a:r>
              <a:rPr lang="en-US" sz="2600" b="1" u="sng">
                <a:solidFill>
                  <a:schemeClr val="tx2"/>
                </a:solidFill>
              </a:rPr>
              <a:t>average runtimes perform better </a:t>
            </a:r>
            <a:r>
              <a:rPr lang="en-US" sz="2600">
                <a:solidFill>
                  <a:schemeClr val="tx2"/>
                </a:solidFill>
              </a:rPr>
              <a:t>commercially.</a:t>
            </a:r>
            <a:endParaRPr/>
          </a:p>
          <a:p>
            <a:pPr>
              <a:buClr>
                <a:schemeClr val="bg1"/>
              </a:buClr>
              <a:buFont typeface="Wingdings"/>
              <a:buChar char="q"/>
              <a:defRPr/>
            </a:pPr>
            <a:r>
              <a:rPr lang="en-US" sz="2600" b="1" u="sng">
                <a:solidFill>
                  <a:schemeClr val="tx2"/>
                </a:solidFill>
              </a:rPr>
              <a:t>Franchises and sequels outperform standalone movies</a:t>
            </a:r>
            <a:r>
              <a:rPr lang="en-US" sz="2600" u="sng">
                <a:solidFill>
                  <a:schemeClr val="tx2"/>
                </a:solidFill>
              </a:rPr>
              <a:t>.</a:t>
            </a:r>
            <a:endParaRPr/>
          </a:p>
          <a:p>
            <a:pPr>
              <a:buClr>
                <a:schemeClr val="bg1"/>
              </a:buClr>
              <a:buFont typeface="Wingdings"/>
              <a:buChar char="q"/>
              <a:defRPr/>
            </a:pPr>
            <a:r>
              <a:rPr lang="en-US" sz="2600" b="1" u="sng">
                <a:solidFill>
                  <a:schemeClr val="tx2"/>
                </a:solidFill>
              </a:rPr>
              <a:t>Star directors and actors strongly influence box office success.</a:t>
            </a:r>
            <a:endParaRPr/>
          </a:p>
          <a:p>
            <a:pPr>
              <a:buClr>
                <a:schemeClr val="bg1"/>
              </a:buClr>
              <a:buFont typeface="Wingdings"/>
              <a:buChar char="q"/>
              <a:defRPr/>
            </a:pPr>
            <a:r>
              <a:rPr lang="en-US" sz="2600">
                <a:solidFill>
                  <a:schemeClr val="tx2"/>
                </a:solidFill>
              </a:rPr>
              <a:t>Combining </a:t>
            </a:r>
            <a:r>
              <a:rPr lang="en-US" sz="2600" b="1" u="sng">
                <a:solidFill>
                  <a:schemeClr val="tx2"/>
                </a:solidFill>
              </a:rPr>
              <a:t>quality storytelling with mass appeal </a:t>
            </a:r>
            <a:r>
              <a:rPr lang="en-US" sz="2600">
                <a:solidFill>
                  <a:schemeClr val="tx2"/>
                </a:solidFill>
              </a:rPr>
              <a:t>drives maximum profit.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sp>
        <p:nvSpPr>
          <p:cNvPr id="989934591" name="Title 1"/>
          <p:cNvSpPr>
            <a:spLocks noGrp="1"/>
          </p:cNvSpPr>
          <p:nvPr>
            <p:ph type="title"/>
          </p:nvPr>
        </p:nvSpPr>
        <p:spPr bwMode="auto">
          <a:xfrm>
            <a:off x="401471" y="105818"/>
            <a:ext cx="10515600" cy="672105"/>
          </a:xfrm>
        </p:spPr>
        <p:txBody>
          <a:bodyPr>
            <a:normAutofit/>
          </a:bodyPr>
          <a:lstStyle/>
          <a:p>
            <a:pPr>
              <a:defRPr/>
            </a:pPr>
            <a:r>
              <a:rPr lang="en-US" sz="3600" b="1">
                <a:solidFill>
                  <a:srgbClr val="FF0000"/>
                </a:solidFill>
              </a:rPr>
              <a:t>Conclusion :</a:t>
            </a:r>
            <a:endParaRPr lang="en-IN" sz="3600" b="1">
              <a:solidFill>
                <a:srgbClr val="FF0000"/>
              </a:solidFill>
            </a:endParaRPr>
          </a:p>
        </p:txBody>
      </p:sp>
      <p:sp>
        <p:nvSpPr>
          <p:cNvPr id="960995436" name="Text Placeholder 2"/>
          <p:cNvSpPr>
            <a:spLocks noGrp="1"/>
          </p:cNvSpPr>
          <p:nvPr>
            <p:ph type="body" idx="1"/>
          </p:nvPr>
        </p:nvSpPr>
        <p:spPr bwMode="auto">
          <a:xfrm>
            <a:off x="756314" y="1078174"/>
            <a:ext cx="10515600" cy="4572000"/>
          </a:xfrm>
        </p:spPr>
        <p:txBody>
          <a:bodyPr/>
          <a:lstStyle/>
          <a:p>
            <a:pPr algn="just">
              <a:buClr>
                <a:schemeClr val="bg1"/>
              </a:buClr>
              <a:buFont typeface="Wingdings"/>
              <a:buChar char="q"/>
              <a:defRPr/>
            </a:pPr>
            <a:r>
              <a:rPr lang="en-US">
                <a:solidFill>
                  <a:schemeClr val="tx2"/>
                </a:solidFill>
              </a:rPr>
              <a:t>This project highlights how movie success is influenced by a combination of box office performance, genre popularity, audience ratings, and key contributors like actors and </a:t>
            </a:r>
            <a:r>
              <a:rPr lang="en-US">
                <a:solidFill>
                  <a:schemeClr val="tx2"/>
                </a:solidFill>
              </a:rPr>
              <a:t>directors.</a:t>
            </a:r>
            <a:endParaRPr/>
          </a:p>
          <a:p>
            <a:pPr algn="just">
              <a:buClr>
                <a:schemeClr val="bg1"/>
              </a:buClr>
              <a:buFont typeface="Wingdings"/>
              <a:buChar char="q"/>
              <a:defRPr/>
            </a:pPr>
            <a:endParaRPr lang="en-US">
              <a:solidFill>
                <a:schemeClr val="tx2"/>
              </a:solidFill>
            </a:endParaRPr>
          </a:p>
          <a:p>
            <a:pPr algn="just">
              <a:buClr>
                <a:schemeClr val="bg1"/>
              </a:buClr>
              <a:buFont typeface="Wingdings"/>
              <a:buChar char="q"/>
              <a:defRPr/>
            </a:pPr>
            <a:r>
              <a:rPr lang="en-US">
                <a:solidFill>
                  <a:schemeClr val="tx2"/>
                </a:solidFill>
              </a:rPr>
              <a:t>The </a:t>
            </a:r>
            <a:r>
              <a:rPr lang="en-US">
                <a:solidFill>
                  <a:schemeClr val="tx2"/>
                </a:solidFill>
              </a:rPr>
              <a:t>analysis shows that while blockbuster genres generate higher revenue, critically acclaimed genres achieve better ratings</a:t>
            </a:r>
            <a:r>
              <a:rPr lang="en-US">
                <a:solidFill>
                  <a:schemeClr val="tx2"/>
                </a:solidFill>
              </a:rPr>
              <a:t>.</a:t>
            </a:r>
            <a:endParaRPr/>
          </a:p>
          <a:p>
            <a:pPr marL="114300" indent="0" algn="just">
              <a:buClr>
                <a:schemeClr val="bg1"/>
              </a:buClr>
              <a:buNone/>
              <a:defRPr/>
            </a:pPr>
            <a:endParaRPr lang="en-US">
              <a:solidFill>
                <a:schemeClr val="tx2"/>
              </a:solidFill>
            </a:endParaRPr>
          </a:p>
          <a:p>
            <a:pPr algn="just">
              <a:buClr>
                <a:schemeClr val="bg1"/>
              </a:buClr>
              <a:buFont typeface="Wingdings"/>
              <a:buChar char="q"/>
              <a:defRPr/>
            </a:pPr>
            <a:r>
              <a:rPr lang="en-US">
                <a:solidFill>
                  <a:schemeClr val="tx2"/>
                </a:solidFill>
              </a:rPr>
              <a:t>Overall</a:t>
            </a:r>
            <a:r>
              <a:rPr lang="en-US">
                <a:solidFill>
                  <a:schemeClr val="tx2"/>
                </a:solidFill>
              </a:rPr>
              <a:t>, the insights from this dashboard help identify profitable trends, audience preferences, and strategic opportunities for future movie production and investment decisions.</a:t>
            </a:r>
            <a:endParaRPr lang="en-IN">
              <a:solidFill>
                <a:schemeClr val="tx2"/>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blipFill>
          <a:blip r:embed="rId3">
            <a:lum/>
          </a:blip>
          <a:stretch>
            <a:fillRect l="-27000" t="0" r="-27000" b="0"/>
          </a:stretch>
        </a:blipFill>
      </p:bgPr>
    </p:bg>
    <p:spTree>
      <p:nvGrpSpPr>
        <p:cNvPr id="1" name=""/>
        <p:cNvGrpSpPr/>
        <p:nvPr/>
      </p:nvGrpSpPr>
      <p:grpSpPr bwMode="auto">
        <a:xfrm>
          <a:off x="0" y="0"/>
          <a:ext cx="0" cy="0"/>
          <a:chOff x="0" y="0"/>
          <a:chExt cx="0" cy="0"/>
        </a:xfrm>
      </p:grpSpPr>
      <p:pic>
        <p:nvPicPr>
          <p:cNvPr id="1384073479" name="Google Shape;116;p5"/>
          <p:cNvPicPr/>
          <p:nvPr/>
        </p:nvPicPr>
        <p:blipFill rotWithShape="1">
          <a:blip r:embed="rId4">
            <a:alphaModFix/>
          </a:blip>
          <a:stretch/>
        </p:blipFill>
        <p:spPr bwMode="auto">
          <a:xfrm>
            <a:off x="6466516" y="1850749"/>
            <a:ext cx="4465643" cy="2834317"/>
          </a:xfrm>
          <a:prstGeom prst="rect">
            <a:avLst/>
          </a:prstGeom>
          <a:noFill/>
          <a:ln>
            <a:noFill/>
          </a:ln>
        </p:spPr>
      </p:pic>
      <p:sp>
        <p:nvSpPr>
          <p:cNvPr id="1039449865" name="Google Shape;117;p5"/>
          <p:cNvSpPr txBox="1"/>
          <p:nvPr/>
        </p:nvSpPr>
        <p:spPr bwMode="auto">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defRPr/>
            </a:pPr>
            <a:r>
              <a:rPr lang="en-IN" sz="4400" b="0" i="0" u="none" strike="noStrike" cap="none">
                <a:solidFill>
                  <a:srgbClr val="FF0000"/>
                </a:solidFill>
                <a:latin typeface="Libre Baskerville"/>
                <a:ea typeface="Libre Baskerville"/>
                <a:cs typeface="Libre Baskerville"/>
              </a:rPr>
              <a:t>THANK YOU</a:t>
            </a:r>
            <a:endParaRPr sz="1800" b="0" i="0" u="none" strike="noStrike" cap="none">
              <a:solidFill>
                <a:srgbClr val="FF0000"/>
              </a:solidFill>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ONLYOFFICE/9.2.0.100</Application>
  <PresentationFormat>On-screen Show (4:3)</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
  <cp:revision>43</cp:revision>
  <dcterms:created xsi:type="dcterms:W3CDTF">2021-02-16T05:19:01Z</dcterms:created>
  <dcterms:modified xsi:type="dcterms:W3CDTF">2026-01-30T14:33:35Z</dcterms:modified>
</cp:coreProperties>
</file>